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A2758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E1B4B"/>
      </a:accent5>
      <a:accent6>
        <a:srgbClr val="1210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