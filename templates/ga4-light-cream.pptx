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D1B2E"/>
                </a:solidFill>
                <a:latin typeface="Poppins"/>
                <a:ea typeface="Poppins"/>
                <a:cs typeface="Poppins"/>
                <a:sym typeface="Poppins"/>
              </a:rPr>
              <a:t>Google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rgbClr val="0D1B2E"/>
                </a:solidFill>
                <a:latin typeface="Poppins"/>
                <a:ea typeface="Poppins"/>
                <a:cs typeface="Poppins"/>
                <a:sym typeface="Poppins"/>
              </a:rPr>
              <a:t>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E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D1B2E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0D1B2E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0D1B2E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0D1B2E"/>
                  </a:solidFill>
                  <a:highlight>
                    <a:srgbClr val="22262B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0D1B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0D1B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0D1B2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D1B2E"/>
      </a:dk1>
      <a:lt1>
        <a:srgbClr val="0D1B2E"/>
      </a:lt1>
      <a:dk2>
        <a:srgbClr val="4A5568"/>
      </a:dk2>
      <a:lt2>
        <a:srgbClr val="FFFFFF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FFFFFF"/>
      </a:accent5>
      <a:accent6>
        <a:srgbClr val="FDF6E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