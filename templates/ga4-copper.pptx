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6858000" cx="12192000"/>
  <p:notesSz cx="6858000" cy="9144000"/>
  <p:embeddedFontLst>
    <p:embeddedFont>
      <p:font typeface="Poppins"/>
      <p:regular r:id="rId10"/>
      <p:bold r:id="rId11"/>
      <p:italic r:id="rId12"/>
      <p:boldItalic r:id="rId13"/>
    </p:embeddedFont>
    <p:embeddedFont>
      <p:font typeface="Poppins Medium"/>
      <p:regular r:id="rId14"/>
      <p:bold r:id="rId15"/>
      <p:italic r:id="rId16"/>
      <p:boldItalic r:id="rId17"/>
    </p:embeddedFont>
    <p:embeddedFont>
      <p:font typeface="Poppins SemiBold"/>
      <p:regular r:id="rId18"/>
      <p:bold r:id="rId19"/>
      <p:italic r:id="rId20"/>
      <p:boldItalic r:id="rId21"/>
    </p:embeddedFont>
    <p:embeddedFont>
      <p:font typeface="Open Sans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4ED68FC-94E8-4026-9952-6AE550FBBC15}">
  <a:tblStyle styleId="{94ED68FC-94E8-4026-9952-6AE550FBBC15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oppinsSemiBold-italic.fntdata"/><Relationship Id="rId22" Type="http://schemas.openxmlformats.org/officeDocument/2006/relationships/font" Target="fonts/OpenSans-regular.fntdata"/><Relationship Id="rId21" Type="http://schemas.openxmlformats.org/officeDocument/2006/relationships/font" Target="fonts/PoppinsSemiBold-boldItalic.fntdata"/><Relationship Id="rId24" Type="http://schemas.openxmlformats.org/officeDocument/2006/relationships/font" Target="fonts/OpenSans-italic.fntdata"/><Relationship Id="rId23" Type="http://schemas.openxmlformats.org/officeDocument/2006/relationships/font" Target="fonts/OpenSans-bold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schemas.openxmlformats.org/officeDocument/2006/relationships/font" Target="fonts/OpenSans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font" Target="fonts/Poppins-bold.fntdata"/><Relationship Id="rId10" Type="http://schemas.openxmlformats.org/officeDocument/2006/relationships/font" Target="fonts/Poppins-regular.fntdata"/><Relationship Id="rId13" Type="http://schemas.openxmlformats.org/officeDocument/2006/relationships/font" Target="fonts/Poppins-boldItalic.fntdata"/><Relationship Id="rId12" Type="http://schemas.openxmlformats.org/officeDocument/2006/relationships/font" Target="fonts/Poppins-italic.fntdata"/><Relationship Id="rId15" Type="http://schemas.openxmlformats.org/officeDocument/2006/relationships/font" Target="fonts/PoppinsMedium-bold.fntdata"/><Relationship Id="rId14" Type="http://schemas.openxmlformats.org/officeDocument/2006/relationships/font" Target="fonts/PoppinsMedium-regular.fntdata"/><Relationship Id="rId17" Type="http://schemas.openxmlformats.org/officeDocument/2006/relationships/font" Target="fonts/PoppinsMedium-boldItalic.fntdata"/><Relationship Id="rId16" Type="http://schemas.openxmlformats.org/officeDocument/2006/relationships/font" Target="fonts/PoppinsMedium-italic.fntdata"/><Relationship Id="rId19" Type="http://schemas.openxmlformats.org/officeDocument/2006/relationships/font" Target="fonts/PoppinsSemiBold-bold.fntdata"/><Relationship Id="rId18" Type="http://schemas.openxmlformats.org/officeDocument/2006/relationships/font" Target="fonts/PoppinsSemiBold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" name="Google Shape;19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" name="Google Shape;3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5" name="Google Shape;10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2" name="Google Shape;112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ustom Layout">
  <p:cSld name="1_Custom Layout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p2"/>
          <p:cNvSpPr/>
          <p:nvPr/>
        </p:nvSpPr>
        <p:spPr>
          <a:xfrm>
            <a:off x="6015135" y="472750"/>
            <a:ext cx="5834743" cy="5834743"/>
          </a:xfrm>
          <a:prstGeom prst="ellipse">
            <a:avLst/>
          </a:prstGeom>
          <a:gradFill>
            <a:gsLst>
              <a:gs pos="0">
                <a:srgbClr val="1B2C67"/>
              </a:gs>
              <a:gs pos="5000">
                <a:srgbClr val="1B2C67"/>
              </a:gs>
              <a:gs pos="100000">
                <a:srgbClr val="016ED9">
                  <a:alpha val="0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" name="Google Shape;15;p2"/>
          <p:cNvPicPr preferRelativeResize="0"/>
          <p:nvPr/>
        </p:nvPicPr>
        <p:blipFill rotWithShape="1">
          <a:blip r:embed="rId2">
            <a:alphaModFix/>
          </a:blip>
          <a:srcRect b="0" l="769" r="769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Slide">
  <p:cSld name="1_Title Slide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6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1"/>
          <p:cNvPicPr preferRelativeResize="0"/>
          <p:nvPr/>
        </p:nvPicPr>
        <p:blipFill rotWithShape="1">
          <a:blip r:embed="rId1">
            <a:alphaModFix/>
          </a:blip>
          <a:srcRect b="1250" l="769" r="2000" t="0"/>
          <a:stretch/>
        </p:blipFill>
        <p:spPr>
          <a:xfrm>
            <a:off x="-1" y="0"/>
            <a:ext cx="12192001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1"/>
          <p:cNvSpPr txBox="1"/>
          <p:nvPr/>
        </p:nvSpPr>
        <p:spPr>
          <a:xfrm>
            <a:off x="11352213" y="6416675"/>
            <a:ext cx="431800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7.png"/><Relationship Id="rId9" Type="http://schemas.openxmlformats.org/officeDocument/2006/relationships/image" Target="../media/image11.png"/><Relationship Id="rId5" Type="http://schemas.openxmlformats.org/officeDocument/2006/relationships/image" Target="../media/image2.png"/><Relationship Id="rId6" Type="http://schemas.openxmlformats.org/officeDocument/2006/relationships/image" Target="../media/image13.png"/><Relationship Id="rId7" Type="http://schemas.openxmlformats.org/officeDocument/2006/relationships/image" Target="../media/image6.png"/><Relationship Id="rId8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1" Type="http://schemas.openxmlformats.org/officeDocument/2006/relationships/image" Target="../media/image15.png"/><Relationship Id="rId10" Type="http://schemas.openxmlformats.org/officeDocument/2006/relationships/image" Target="../media/image9.png"/><Relationship Id="rId13" Type="http://schemas.openxmlformats.org/officeDocument/2006/relationships/image" Target="../media/image12.png"/><Relationship Id="rId1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18.png"/><Relationship Id="rId9" Type="http://schemas.openxmlformats.org/officeDocument/2006/relationships/image" Target="../media/image1.png"/><Relationship Id="rId14" Type="http://schemas.openxmlformats.org/officeDocument/2006/relationships/image" Target="../media/image16.png"/><Relationship Id="rId5" Type="http://schemas.openxmlformats.org/officeDocument/2006/relationships/image" Target="../media/image14.png"/><Relationship Id="rId6" Type="http://schemas.openxmlformats.org/officeDocument/2006/relationships/image" Target="../media/image2.png"/><Relationship Id="rId7" Type="http://schemas.openxmlformats.org/officeDocument/2006/relationships/image" Target="../media/image13.png"/><Relationship Id="rId8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oogle Shape;21;p4"/>
          <p:cNvPicPr preferRelativeResize="0"/>
          <p:nvPr/>
        </p:nvPicPr>
        <p:blipFill rotWithShape="1">
          <a:blip r:embed="rId3">
            <a:alphaModFix/>
          </a:blip>
          <a:srcRect b="383" l="0" r="0" t="383"/>
          <a:stretch/>
        </p:blipFill>
        <p:spPr>
          <a:xfrm>
            <a:off x="5556826" y="208686"/>
            <a:ext cx="6749049" cy="6697428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4"/>
          <p:cNvSpPr txBox="1"/>
          <p:nvPr/>
        </p:nvSpPr>
        <p:spPr>
          <a:xfrm>
            <a:off x="506625" y="741625"/>
            <a:ext cx="60825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n-US" sz="60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Google 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1" i="0" lang="en-US" sz="60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Analytics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4"/>
          <p:cNvSpPr txBox="1"/>
          <p:nvPr/>
        </p:nvSpPr>
        <p:spPr>
          <a:xfrm>
            <a:off x="506629" y="1572619"/>
            <a:ext cx="5050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2000" u="none" cap="none" strike="noStrike">
                <a:solidFill>
                  <a:schemeClr val="accent4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{{REPORT_TITLE}}</a:t>
            </a:r>
            <a:endParaRPr b="0" i="0" sz="2000" u="none" cap="none" strike="noStrike">
              <a:solidFill>
                <a:schemeClr val="accent4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24" name="Google Shape;24;p4"/>
          <p:cNvSpPr/>
          <p:nvPr/>
        </p:nvSpPr>
        <p:spPr>
          <a:xfrm>
            <a:off x="506630" y="5061635"/>
            <a:ext cx="1745519" cy="331071"/>
          </a:xfrm>
          <a:prstGeom prst="roundRect">
            <a:avLst>
              <a:gd fmla="val 9840" name="adj"/>
            </a:avLst>
          </a:prstGeom>
          <a:gradFill>
            <a:gsLst>
              <a:gs pos="0">
                <a:schemeClr val="accent2"/>
              </a:gs>
              <a:gs pos="5000">
                <a:schemeClr val="accent2"/>
              </a:gs>
              <a:gs pos="41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PRESENTED TO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4"/>
          <p:cNvSpPr txBox="1"/>
          <p:nvPr/>
        </p:nvSpPr>
        <p:spPr>
          <a:xfrm>
            <a:off x="506630" y="5533973"/>
            <a:ext cx="5300000" cy="4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non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{{ACCOUNT_NAME}}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4"/>
          <p:cNvSpPr txBox="1"/>
          <p:nvPr/>
        </p:nvSpPr>
        <p:spPr>
          <a:xfrm>
            <a:off x="506630" y="5966972"/>
            <a:ext cx="3276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BFBFBF"/>
                </a:solidFill>
                <a:latin typeface="Open Sans"/>
                <a:ea typeface="Open Sans"/>
                <a:cs typeface="Open Sans"/>
                <a:sym typeface="Open Sans"/>
              </a:rPr>
              <a:t>{{REPORT_DATE}}</a:t>
            </a:r>
            <a:endParaRPr b="0" i="0" sz="1200" u="none" cap="none" strike="noStrike">
              <a:solidFill>
                <a:srgbClr val="BFBFB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7" name="Google Shape;27;p4"/>
          <p:cNvSpPr txBox="1"/>
          <p:nvPr/>
        </p:nvSpPr>
        <p:spPr>
          <a:xfrm>
            <a:off x="5892000" y="6119872"/>
            <a:ext cx="6000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A0D2A0"/>
                </a:solidFill>
                <a:latin typeface="Arial"/>
                <a:ea typeface="Arial"/>
                <a:cs typeface="Arial"/>
                <a:sym typeface="Arial"/>
              </a:rPr>
              <a:t>{{ACCOUNT_HEALTH_BADGE}}</a:t>
            </a:r>
            <a:endParaRPr/>
          </a:p>
        </p:txBody>
      </p:sp>
      <p:sp>
        <p:nvSpPr>
          <p:cNvPr id="28" name="Google Shape;28;p4"/>
          <p:cNvSpPr txBox="1"/>
          <p:nvPr/>
        </p:nvSpPr>
        <p:spPr>
          <a:xfrm>
            <a:off x="5892000" y="6420192"/>
            <a:ext cx="60000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A0B9D2"/>
                </a:solidFill>
                <a:latin typeface="Arial"/>
                <a:ea typeface="Arial"/>
                <a:cs typeface="Arial"/>
                <a:sym typeface="Arial"/>
              </a:rPr>
              <a:t>{{BUDGET_SUMMARY}}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Google Shape;33;p5"/>
          <p:cNvGrpSpPr/>
          <p:nvPr/>
        </p:nvGrpSpPr>
        <p:grpSpPr>
          <a:xfrm>
            <a:off x="484132" y="1302383"/>
            <a:ext cx="2907213" cy="1030194"/>
            <a:chOff x="252641" y="1209792"/>
            <a:chExt cx="2354400" cy="834300"/>
          </a:xfrm>
        </p:grpSpPr>
        <p:sp>
          <p:nvSpPr>
            <p:cNvPr id="34" name="Google Shape;34;p5"/>
            <p:cNvSpPr/>
            <p:nvPr/>
          </p:nvSpPr>
          <p:spPr>
            <a:xfrm>
              <a:off x="252641" y="1209792"/>
              <a:ext cx="2354400" cy="834300"/>
            </a:xfrm>
            <a:prstGeom prst="roundRect">
              <a:avLst>
                <a:gd fmla="val 12280" name="adj"/>
              </a:avLst>
            </a:prstGeom>
            <a:solidFill>
              <a:schemeClr val="accent5"/>
            </a:solidFill>
            <a:ln>
              <a:noFill/>
            </a:ln>
            <a:effectLst>
              <a:outerShdw blurRad="190500" sx="99000" rotWithShape="0" algn="t" dir="5400000" dist="63500" sy="99000">
                <a:srgbClr val="000000">
                  <a:alpha val="2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5" name="Google Shape;35;p5"/>
            <p:cNvGrpSpPr/>
            <p:nvPr/>
          </p:nvGrpSpPr>
          <p:grpSpPr>
            <a:xfrm>
              <a:off x="350081" y="1337023"/>
              <a:ext cx="581069" cy="581069"/>
              <a:chOff x="3105456" y="1218956"/>
              <a:chExt cx="1118516" cy="1118516"/>
            </a:xfrm>
          </p:grpSpPr>
          <p:sp>
            <p:nvSpPr>
              <p:cNvPr id="36" name="Google Shape;36;p5"/>
              <p:cNvSpPr/>
              <p:nvPr/>
            </p:nvSpPr>
            <p:spPr>
              <a:xfrm>
                <a:off x="3105456" y="1218956"/>
                <a:ext cx="1118516" cy="1118516"/>
              </a:xfrm>
              <a:custGeom>
                <a:rect b="b" l="l" r="r" t="t"/>
                <a:pathLst>
                  <a:path extrusionOk="0" h="2924226" w="2924226">
                    <a:moveTo>
                      <a:pt x="2924227" y="1462113"/>
                    </a:moveTo>
                    <a:cubicBezTo>
                      <a:pt x="2924227" y="2269616"/>
                      <a:pt x="2269616" y="2924227"/>
                      <a:pt x="1462113" y="2924227"/>
                    </a:cubicBezTo>
                    <a:cubicBezTo>
                      <a:pt x="654609" y="2924227"/>
                      <a:pt x="-1" y="2269616"/>
                      <a:pt x="-1" y="1462113"/>
                    </a:cubicBezTo>
                    <a:cubicBezTo>
                      <a:pt x="-1" y="654610"/>
                      <a:pt x="654609" y="0"/>
                      <a:pt x="1462113" y="0"/>
                    </a:cubicBezTo>
                    <a:cubicBezTo>
                      <a:pt x="2269616" y="0"/>
                      <a:pt x="2924227" y="654610"/>
                      <a:pt x="2924227" y="1462113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2"/>
                  </a:gs>
                  <a:gs pos="5000">
                    <a:schemeClr val="accent2"/>
                  </a:gs>
                  <a:gs pos="34000">
                    <a:schemeClr val="accent1"/>
                  </a:gs>
                  <a:gs pos="64000">
                    <a:schemeClr val="accent3"/>
                  </a:gs>
                  <a:gs pos="90000">
                    <a:schemeClr val="accent4"/>
                  </a:gs>
                  <a:gs pos="100000">
                    <a:schemeClr val="accent4"/>
                  </a:gs>
                </a:gsLst>
                <a:lin ang="2700006" scaled="0"/>
              </a:gradFill>
              <a:ln>
                <a:noFill/>
              </a:ln>
              <a:effectLst>
                <a:outerShdw blurRad="190500" sx="99000" rotWithShape="0" algn="t" dir="5400000" dist="63500" sy="99000">
                  <a:srgbClr val="000000">
                    <a:alpha val="2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00"/>
                  <a:buFont typeface="Arial"/>
                  <a:buNone/>
                </a:pPr>
                <a:r>
                  <a:t/>
                </a:r>
                <a:endParaRPr b="0" i="0" sz="1300" u="none" cap="none" strike="noStrik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id="37" name="Google Shape;37;p5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3393457" y="1506957"/>
                <a:ext cx="540001" cy="540001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177800" rotWithShape="0" algn="tl" dir="2700000" dist="114300">
                  <a:srgbClr val="000000">
                    <a:alpha val="40000"/>
                  </a:srgbClr>
                </a:outerShdw>
              </a:effectLst>
            </p:spPr>
          </p:pic>
        </p:grpSp>
        <p:grpSp>
          <p:nvGrpSpPr>
            <p:cNvPr id="38" name="Google Shape;38;p5"/>
            <p:cNvGrpSpPr/>
            <p:nvPr/>
          </p:nvGrpSpPr>
          <p:grpSpPr>
            <a:xfrm>
              <a:off x="1112490" y="1359067"/>
              <a:ext cx="1485300" cy="553237"/>
              <a:chOff x="1112490" y="1363887"/>
              <a:chExt cx="1485300" cy="553237"/>
            </a:xfrm>
          </p:grpSpPr>
          <p:sp>
            <p:nvSpPr>
              <p:cNvPr id="39" name="Google Shape;39;p5"/>
              <p:cNvSpPr txBox="1"/>
              <p:nvPr/>
            </p:nvSpPr>
            <p:spPr>
              <a:xfrm>
                <a:off x="1112490" y="1363887"/>
                <a:ext cx="1485300" cy="205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0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Arial"/>
                  <a:buNone/>
                </a:pPr>
                <a:r>
                  <a:rPr b="0" i="0" lang="en-US" sz="1150" u="none" cap="none" strike="noStrike">
                    <a:solidFill>
                      <a:schemeClr val="lt1"/>
                    </a:solidFill>
                    <a:latin typeface="Poppins Medium"/>
                    <a:ea typeface="Poppins Medium"/>
                    <a:cs typeface="Poppins Medium"/>
                    <a:sym typeface="Poppins Medium"/>
                  </a:rPr>
                  <a:t>AD SPEND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" name="Google Shape;40;p5"/>
              <p:cNvSpPr txBox="1"/>
              <p:nvPr/>
            </p:nvSpPr>
            <p:spPr>
              <a:xfrm>
                <a:off x="1112490" y="1593124"/>
                <a:ext cx="1485300" cy="32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0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1" i="0" lang="en-US" sz="2100" u="none" cap="none" strike="noStrike">
                    <a:solidFill>
                      <a:schemeClr val="lt1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{{METRIC_SPEND}}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41" name="Google Shape;41;p5"/>
          <p:cNvGrpSpPr/>
          <p:nvPr/>
        </p:nvGrpSpPr>
        <p:grpSpPr>
          <a:xfrm>
            <a:off x="484132" y="2583379"/>
            <a:ext cx="2907213" cy="1030194"/>
            <a:chOff x="252641" y="1209792"/>
            <a:chExt cx="2354400" cy="834300"/>
          </a:xfrm>
        </p:grpSpPr>
        <p:sp>
          <p:nvSpPr>
            <p:cNvPr id="42" name="Google Shape;42;p5"/>
            <p:cNvSpPr/>
            <p:nvPr/>
          </p:nvSpPr>
          <p:spPr>
            <a:xfrm>
              <a:off x="252641" y="1209792"/>
              <a:ext cx="2354400" cy="834300"/>
            </a:xfrm>
            <a:prstGeom prst="roundRect">
              <a:avLst>
                <a:gd fmla="val 12280" name="adj"/>
              </a:avLst>
            </a:prstGeom>
            <a:solidFill>
              <a:schemeClr val="accent5"/>
            </a:solidFill>
            <a:ln>
              <a:noFill/>
            </a:ln>
            <a:effectLst>
              <a:outerShdw blurRad="190500" sx="99000" rotWithShape="0" algn="t" dir="5400000" dist="63500" sy="99000">
                <a:srgbClr val="000000">
                  <a:alpha val="2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3" name="Google Shape;43;p5"/>
            <p:cNvGrpSpPr/>
            <p:nvPr/>
          </p:nvGrpSpPr>
          <p:grpSpPr>
            <a:xfrm>
              <a:off x="350081" y="1337023"/>
              <a:ext cx="581069" cy="581069"/>
              <a:chOff x="3105456" y="1218956"/>
              <a:chExt cx="1118516" cy="1118516"/>
            </a:xfrm>
          </p:grpSpPr>
          <p:sp>
            <p:nvSpPr>
              <p:cNvPr id="44" name="Google Shape;44;p5"/>
              <p:cNvSpPr/>
              <p:nvPr/>
            </p:nvSpPr>
            <p:spPr>
              <a:xfrm>
                <a:off x="3105456" y="1218956"/>
                <a:ext cx="1118516" cy="1118516"/>
              </a:xfrm>
              <a:custGeom>
                <a:rect b="b" l="l" r="r" t="t"/>
                <a:pathLst>
                  <a:path extrusionOk="0" h="2924226" w="2924226">
                    <a:moveTo>
                      <a:pt x="2924227" y="1462113"/>
                    </a:moveTo>
                    <a:cubicBezTo>
                      <a:pt x="2924227" y="2269616"/>
                      <a:pt x="2269616" y="2924227"/>
                      <a:pt x="1462113" y="2924227"/>
                    </a:cubicBezTo>
                    <a:cubicBezTo>
                      <a:pt x="654609" y="2924227"/>
                      <a:pt x="-1" y="2269616"/>
                      <a:pt x="-1" y="1462113"/>
                    </a:cubicBezTo>
                    <a:cubicBezTo>
                      <a:pt x="-1" y="654610"/>
                      <a:pt x="654609" y="0"/>
                      <a:pt x="1462113" y="0"/>
                    </a:cubicBezTo>
                    <a:cubicBezTo>
                      <a:pt x="2269616" y="0"/>
                      <a:pt x="2924227" y="654610"/>
                      <a:pt x="2924227" y="1462113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2"/>
                  </a:gs>
                  <a:gs pos="5000">
                    <a:schemeClr val="accent2"/>
                  </a:gs>
                  <a:gs pos="34000">
                    <a:schemeClr val="accent1"/>
                  </a:gs>
                  <a:gs pos="64000">
                    <a:schemeClr val="accent3"/>
                  </a:gs>
                  <a:gs pos="90000">
                    <a:schemeClr val="accent4"/>
                  </a:gs>
                  <a:gs pos="100000">
                    <a:schemeClr val="accent4"/>
                  </a:gs>
                </a:gsLst>
                <a:lin ang="2700006" scaled="0"/>
              </a:gradFill>
              <a:ln>
                <a:noFill/>
              </a:ln>
              <a:effectLst>
                <a:outerShdw blurRad="190500" sx="99000" rotWithShape="0" algn="t" dir="5400000" dist="63500" sy="99000">
                  <a:srgbClr val="000000">
                    <a:alpha val="2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00"/>
                  <a:buFont typeface="Arial"/>
                  <a:buNone/>
                </a:pPr>
                <a:r>
                  <a:t/>
                </a:r>
                <a:endParaRPr b="0" i="0" sz="1300" u="none" cap="none" strike="noStrik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id="45" name="Google Shape;45;p5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3393457" y="1506957"/>
                <a:ext cx="540001" cy="540001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177800" rotWithShape="0" algn="tl" dir="2700000" dist="114300">
                  <a:srgbClr val="000000">
                    <a:alpha val="40000"/>
                  </a:srgbClr>
                </a:outerShdw>
              </a:effectLst>
            </p:spPr>
          </p:pic>
        </p:grpSp>
        <p:grpSp>
          <p:nvGrpSpPr>
            <p:cNvPr id="46" name="Google Shape;46;p5"/>
            <p:cNvGrpSpPr/>
            <p:nvPr/>
          </p:nvGrpSpPr>
          <p:grpSpPr>
            <a:xfrm>
              <a:off x="1112490" y="1359067"/>
              <a:ext cx="1485300" cy="553237"/>
              <a:chOff x="1112490" y="1363887"/>
              <a:chExt cx="1485300" cy="553237"/>
            </a:xfrm>
          </p:grpSpPr>
          <p:sp>
            <p:nvSpPr>
              <p:cNvPr id="47" name="Google Shape;47;p5"/>
              <p:cNvSpPr txBox="1"/>
              <p:nvPr/>
            </p:nvSpPr>
            <p:spPr>
              <a:xfrm>
                <a:off x="1112490" y="1363887"/>
                <a:ext cx="1485300" cy="205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0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Arial"/>
                  <a:buNone/>
                </a:pPr>
                <a:r>
                  <a:rPr b="0" i="0" lang="en-US" sz="1150" u="none" cap="none" strike="noStrike">
                    <a:solidFill>
                      <a:schemeClr val="lt1"/>
                    </a:solidFill>
                    <a:latin typeface="Poppins Medium"/>
                    <a:ea typeface="Poppins Medium"/>
                    <a:cs typeface="Poppins Medium"/>
                    <a:sym typeface="Poppins Medium"/>
                  </a:rPr>
                  <a:t>REACH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" name="Google Shape;48;p5"/>
              <p:cNvSpPr txBox="1"/>
              <p:nvPr/>
            </p:nvSpPr>
            <p:spPr>
              <a:xfrm>
                <a:off x="1112490" y="1593124"/>
                <a:ext cx="1485300" cy="32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0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1" i="0" lang="en-US" sz="2100" u="none" cap="none" strike="noStrike">
                    <a:solidFill>
                      <a:schemeClr val="lt1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{{METRIC_REACH}}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49" name="Google Shape;49;p5"/>
          <p:cNvGrpSpPr/>
          <p:nvPr/>
        </p:nvGrpSpPr>
        <p:grpSpPr>
          <a:xfrm>
            <a:off x="484132" y="3864375"/>
            <a:ext cx="2907213" cy="1030194"/>
            <a:chOff x="252641" y="1209792"/>
            <a:chExt cx="2354400" cy="834300"/>
          </a:xfrm>
        </p:grpSpPr>
        <p:sp>
          <p:nvSpPr>
            <p:cNvPr id="50" name="Google Shape;50;p5"/>
            <p:cNvSpPr/>
            <p:nvPr/>
          </p:nvSpPr>
          <p:spPr>
            <a:xfrm>
              <a:off x="252641" y="1209792"/>
              <a:ext cx="2354400" cy="834300"/>
            </a:xfrm>
            <a:prstGeom prst="roundRect">
              <a:avLst>
                <a:gd fmla="val 12280" name="adj"/>
              </a:avLst>
            </a:prstGeom>
            <a:solidFill>
              <a:schemeClr val="accent5"/>
            </a:solidFill>
            <a:ln>
              <a:noFill/>
            </a:ln>
            <a:effectLst>
              <a:outerShdw blurRad="190500" sx="99000" rotWithShape="0" algn="t" dir="5400000" dist="63500" sy="99000">
                <a:srgbClr val="000000">
                  <a:alpha val="2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51" name="Google Shape;51;p5"/>
            <p:cNvGrpSpPr/>
            <p:nvPr/>
          </p:nvGrpSpPr>
          <p:grpSpPr>
            <a:xfrm>
              <a:off x="350081" y="1337023"/>
              <a:ext cx="581069" cy="581069"/>
              <a:chOff x="3105456" y="1218956"/>
              <a:chExt cx="1118516" cy="1118516"/>
            </a:xfrm>
          </p:grpSpPr>
          <p:sp>
            <p:nvSpPr>
              <p:cNvPr id="52" name="Google Shape;52;p5"/>
              <p:cNvSpPr/>
              <p:nvPr/>
            </p:nvSpPr>
            <p:spPr>
              <a:xfrm>
                <a:off x="3105456" y="1218956"/>
                <a:ext cx="1118516" cy="1118516"/>
              </a:xfrm>
              <a:custGeom>
                <a:rect b="b" l="l" r="r" t="t"/>
                <a:pathLst>
                  <a:path extrusionOk="0" h="2924226" w="2924226">
                    <a:moveTo>
                      <a:pt x="2924227" y="1462113"/>
                    </a:moveTo>
                    <a:cubicBezTo>
                      <a:pt x="2924227" y="2269616"/>
                      <a:pt x="2269616" y="2924227"/>
                      <a:pt x="1462113" y="2924227"/>
                    </a:cubicBezTo>
                    <a:cubicBezTo>
                      <a:pt x="654609" y="2924227"/>
                      <a:pt x="-1" y="2269616"/>
                      <a:pt x="-1" y="1462113"/>
                    </a:cubicBezTo>
                    <a:cubicBezTo>
                      <a:pt x="-1" y="654610"/>
                      <a:pt x="654609" y="0"/>
                      <a:pt x="1462113" y="0"/>
                    </a:cubicBezTo>
                    <a:cubicBezTo>
                      <a:pt x="2269616" y="0"/>
                      <a:pt x="2924227" y="654610"/>
                      <a:pt x="2924227" y="1462113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2"/>
                  </a:gs>
                  <a:gs pos="5000">
                    <a:schemeClr val="accent2"/>
                  </a:gs>
                  <a:gs pos="34000">
                    <a:schemeClr val="accent1"/>
                  </a:gs>
                  <a:gs pos="64000">
                    <a:schemeClr val="accent3"/>
                  </a:gs>
                  <a:gs pos="90000">
                    <a:schemeClr val="accent4"/>
                  </a:gs>
                  <a:gs pos="100000">
                    <a:schemeClr val="accent4"/>
                  </a:gs>
                </a:gsLst>
                <a:lin ang="2700006" scaled="0"/>
              </a:gradFill>
              <a:ln>
                <a:noFill/>
              </a:ln>
              <a:effectLst>
                <a:outerShdw blurRad="190500" sx="99000" rotWithShape="0" algn="t" dir="5400000" dist="63500" sy="99000">
                  <a:srgbClr val="000000">
                    <a:alpha val="2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00"/>
                  <a:buFont typeface="Arial"/>
                  <a:buNone/>
                </a:pPr>
                <a:r>
                  <a:t/>
                </a:r>
                <a:endParaRPr b="0" i="0" sz="1300" u="none" cap="none" strike="noStrik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id="53" name="Google Shape;53;p5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3393457" y="1506957"/>
                <a:ext cx="540001" cy="540001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177800" rotWithShape="0" algn="tl" dir="2700000" dist="114300">
                  <a:srgbClr val="000000">
                    <a:alpha val="40000"/>
                  </a:srgbClr>
                </a:outerShdw>
              </a:effectLst>
            </p:spPr>
          </p:pic>
        </p:grpSp>
        <p:grpSp>
          <p:nvGrpSpPr>
            <p:cNvPr id="54" name="Google Shape;54;p5"/>
            <p:cNvGrpSpPr/>
            <p:nvPr/>
          </p:nvGrpSpPr>
          <p:grpSpPr>
            <a:xfrm>
              <a:off x="1112490" y="1359067"/>
              <a:ext cx="1485300" cy="553237"/>
              <a:chOff x="1112490" y="1363887"/>
              <a:chExt cx="1485300" cy="553237"/>
            </a:xfrm>
          </p:grpSpPr>
          <p:sp>
            <p:nvSpPr>
              <p:cNvPr id="55" name="Google Shape;55;p5"/>
              <p:cNvSpPr txBox="1"/>
              <p:nvPr/>
            </p:nvSpPr>
            <p:spPr>
              <a:xfrm>
                <a:off x="1112490" y="1363887"/>
                <a:ext cx="1485300" cy="205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0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Arial"/>
                  <a:buNone/>
                </a:pPr>
                <a:r>
                  <a:rPr b="0" i="0" lang="en-US" sz="1150" u="none" cap="none" strike="noStrike">
                    <a:solidFill>
                      <a:schemeClr val="lt1"/>
                    </a:solidFill>
                    <a:latin typeface="Poppins Medium"/>
                    <a:ea typeface="Poppins Medium"/>
                    <a:cs typeface="Poppins Medium"/>
                    <a:sym typeface="Poppins Medium"/>
                  </a:rPr>
                  <a:t>IMPRESSIONS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" name="Google Shape;56;p5"/>
              <p:cNvSpPr txBox="1"/>
              <p:nvPr/>
            </p:nvSpPr>
            <p:spPr>
              <a:xfrm>
                <a:off x="1112490" y="1593124"/>
                <a:ext cx="1485300" cy="32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0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1" i="0" lang="en-US" sz="2100" u="none" cap="none" strike="noStrike">
                    <a:solidFill>
                      <a:schemeClr val="lt1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{{METRIC_IMPRESSIONS}}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57" name="Google Shape;57;p5"/>
          <p:cNvGrpSpPr/>
          <p:nvPr/>
        </p:nvGrpSpPr>
        <p:grpSpPr>
          <a:xfrm>
            <a:off x="484132" y="5145370"/>
            <a:ext cx="2907213" cy="1030194"/>
            <a:chOff x="252641" y="1209792"/>
            <a:chExt cx="2354400" cy="834300"/>
          </a:xfrm>
        </p:grpSpPr>
        <p:sp>
          <p:nvSpPr>
            <p:cNvPr id="58" name="Google Shape;58;p5"/>
            <p:cNvSpPr/>
            <p:nvPr/>
          </p:nvSpPr>
          <p:spPr>
            <a:xfrm>
              <a:off x="252641" y="1209792"/>
              <a:ext cx="2354400" cy="834300"/>
            </a:xfrm>
            <a:prstGeom prst="roundRect">
              <a:avLst>
                <a:gd fmla="val 12280" name="adj"/>
              </a:avLst>
            </a:prstGeom>
            <a:solidFill>
              <a:schemeClr val="accent5"/>
            </a:solidFill>
            <a:ln>
              <a:noFill/>
            </a:ln>
            <a:effectLst>
              <a:outerShdw blurRad="190500" sx="99000" rotWithShape="0" algn="t" dir="5400000" dist="63500" sy="99000">
                <a:srgbClr val="000000">
                  <a:alpha val="2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59" name="Google Shape;59;p5"/>
            <p:cNvGrpSpPr/>
            <p:nvPr/>
          </p:nvGrpSpPr>
          <p:grpSpPr>
            <a:xfrm>
              <a:off x="350081" y="1337023"/>
              <a:ext cx="581069" cy="581069"/>
              <a:chOff x="3105456" y="1218956"/>
              <a:chExt cx="1118516" cy="1118516"/>
            </a:xfrm>
          </p:grpSpPr>
          <p:sp>
            <p:nvSpPr>
              <p:cNvPr id="60" name="Google Shape;60;p5"/>
              <p:cNvSpPr/>
              <p:nvPr/>
            </p:nvSpPr>
            <p:spPr>
              <a:xfrm>
                <a:off x="3105456" y="1218956"/>
                <a:ext cx="1118516" cy="1118516"/>
              </a:xfrm>
              <a:custGeom>
                <a:rect b="b" l="l" r="r" t="t"/>
                <a:pathLst>
                  <a:path extrusionOk="0" h="2924226" w="2924226">
                    <a:moveTo>
                      <a:pt x="2924227" y="1462113"/>
                    </a:moveTo>
                    <a:cubicBezTo>
                      <a:pt x="2924227" y="2269616"/>
                      <a:pt x="2269616" y="2924227"/>
                      <a:pt x="1462113" y="2924227"/>
                    </a:cubicBezTo>
                    <a:cubicBezTo>
                      <a:pt x="654609" y="2924227"/>
                      <a:pt x="-1" y="2269616"/>
                      <a:pt x="-1" y="1462113"/>
                    </a:cubicBezTo>
                    <a:cubicBezTo>
                      <a:pt x="-1" y="654610"/>
                      <a:pt x="654609" y="0"/>
                      <a:pt x="1462113" y="0"/>
                    </a:cubicBezTo>
                    <a:cubicBezTo>
                      <a:pt x="2269616" y="0"/>
                      <a:pt x="2924227" y="654610"/>
                      <a:pt x="2924227" y="1462113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2"/>
                  </a:gs>
                  <a:gs pos="5000">
                    <a:schemeClr val="accent2"/>
                  </a:gs>
                  <a:gs pos="34000">
                    <a:schemeClr val="accent1"/>
                  </a:gs>
                  <a:gs pos="64000">
                    <a:schemeClr val="accent3"/>
                  </a:gs>
                  <a:gs pos="90000">
                    <a:schemeClr val="accent4"/>
                  </a:gs>
                  <a:gs pos="100000">
                    <a:schemeClr val="accent4"/>
                  </a:gs>
                </a:gsLst>
                <a:lin ang="2700006" scaled="0"/>
              </a:gradFill>
              <a:ln>
                <a:noFill/>
              </a:ln>
              <a:effectLst>
                <a:outerShdw blurRad="190500" sx="99000" rotWithShape="0" algn="t" dir="5400000" dist="63500" sy="99000">
                  <a:srgbClr val="000000">
                    <a:alpha val="2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00"/>
                  <a:buFont typeface="Arial"/>
                  <a:buNone/>
                </a:pPr>
                <a:r>
                  <a:t/>
                </a:r>
                <a:endParaRPr b="0" i="0" sz="1300" u="none" cap="none" strike="noStrik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id="61" name="Google Shape;61;p5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3393457" y="1506957"/>
                <a:ext cx="540001" cy="540001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177800" rotWithShape="0" algn="tl" dir="2700000" dist="114300">
                  <a:srgbClr val="000000">
                    <a:alpha val="40000"/>
                  </a:srgbClr>
                </a:outerShdw>
              </a:effectLst>
            </p:spPr>
          </p:pic>
        </p:grpSp>
        <p:grpSp>
          <p:nvGrpSpPr>
            <p:cNvPr id="62" name="Google Shape;62;p5"/>
            <p:cNvGrpSpPr/>
            <p:nvPr/>
          </p:nvGrpSpPr>
          <p:grpSpPr>
            <a:xfrm>
              <a:off x="1112490" y="1359067"/>
              <a:ext cx="1485300" cy="553237"/>
              <a:chOff x="1112490" y="1363887"/>
              <a:chExt cx="1485300" cy="553237"/>
            </a:xfrm>
          </p:grpSpPr>
          <p:sp>
            <p:nvSpPr>
              <p:cNvPr id="63" name="Google Shape;63;p5"/>
              <p:cNvSpPr txBox="1"/>
              <p:nvPr/>
            </p:nvSpPr>
            <p:spPr>
              <a:xfrm>
                <a:off x="1112490" y="1363887"/>
                <a:ext cx="1485300" cy="205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0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Arial"/>
                  <a:buNone/>
                </a:pPr>
                <a:r>
                  <a:rPr b="0" i="0" lang="en-US" sz="1150" u="none" cap="none" strike="noStrike">
                    <a:solidFill>
                      <a:schemeClr val="lt1"/>
                    </a:solidFill>
                    <a:latin typeface="Poppins Medium"/>
                    <a:ea typeface="Poppins Medium"/>
                    <a:cs typeface="Poppins Medium"/>
                    <a:sym typeface="Poppins Medium"/>
                  </a:rPr>
                  <a:t>{{RESULT_LABEL}}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" name="Google Shape;64;p5"/>
              <p:cNvSpPr txBox="1"/>
              <p:nvPr/>
            </p:nvSpPr>
            <p:spPr>
              <a:xfrm>
                <a:off x="1112490" y="1593124"/>
                <a:ext cx="1485300" cy="32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0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1" i="0" lang="en-US" sz="2100" u="none" cap="none" strike="noStrike">
                    <a:solidFill>
                      <a:schemeClr val="lt1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{{METRIC_RESULTS}}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65" name="Google Shape;65;p5"/>
          <p:cNvSpPr/>
          <p:nvPr/>
        </p:nvSpPr>
        <p:spPr>
          <a:xfrm>
            <a:off x="3593639" y="1302389"/>
            <a:ext cx="2907300" cy="1029900"/>
          </a:xfrm>
          <a:prstGeom prst="roundRect">
            <a:avLst>
              <a:gd fmla="val 12280" name="adj"/>
            </a:avLst>
          </a:prstGeom>
          <a:solidFill>
            <a:schemeClr val="accent5"/>
          </a:solidFill>
          <a:ln>
            <a:noFill/>
          </a:ln>
          <a:effectLst>
            <a:outerShdw blurRad="190500" sx="99000" rotWithShape="0" algn="t" dir="5400000" dist="63500" sy="99000">
              <a:srgbClr val="000000">
                <a:alpha val="2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6" name="Google Shape;66;p5"/>
          <p:cNvGrpSpPr/>
          <p:nvPr/>
        </p:nvGrpSpPr>
        <p:grpSpPr>
          <a:xfrm>
            <a:off x="3714017" y="1459517"/>
            <a:ext cx="717528" cy="717528"/>
            <a:chOff x="3105456" y="1218956"/>
            <a:chExt cx="1118516" cy="1118516"/>
          </a:xfrm>
        </p:grpSpPr>
        <p:sp>
          <p:nvSpPr>
            <p:cNvPr id="67" name="Google Shape;67;p5"/>
            <p:cNvSpPr/>
            <p:nvPr/>
          </p:nvSpPr>
          <p:spPr>
            <a:xfrm>
              <a:off x="3105456" y="1218956"/>
              <a:ext cx="1118516" cy="1118516"/>
            </a:xfrm>
            <a:custGeom>
              <a:rect b="b" l="l" r="r" t="t"/>
              <a:pathLst>
                <a:path extrusionOk="0" h="2924226" w="2924226">
                  <a:moveTo>
                    <a:pt x="2924227" y="1462113"/>
                  </a:moveTo>
                  <a:cubicBezTo>
                    <a:pt x="2924227" y="2269616"/>
                    <a:pt x="2269616" y="2924227"/>
                    <a:pt x="1462113" y="2924227"/>
                  </a:cubicBezTo>
                  <a:cubicBezTo>
                    <a:pt x="654609" y="2924227"/>
                    <a:pt x="-1" y="2269616"/>
                    <a:pt x="-1" y="1462113"/>
                  </a:cubicBezTo>
                  <a:cubicBezTo>
                    <a:pt x="-1" y="654610"/>
                    <a:pt x="654609" y="0"/>
                    <a:pt x="1462113" y="0"/>
                  </a:cubicBezTo>
                  <a:cubicBezTo>
                    <a:pt x="2269616" y="0"/>
                    <a:pt x="2924227" y="654610"/>
                    <a:pt x="2924227" y="1462113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">
                  <a:schemeClr val="accent2"/>
                </a:gs>
                <a:gs pos="34000">
                  <a:schemeClr val="accent1"/>
                </a:gs>
                <a:gs pos="64000">
                  <a:schemeClr val="accent3"/>
                </a:gs>
                <a:gs pos="90000">
                  <a:schemeClr val="accent4"/>
                </a:gs>
                <a:gs pos="100000">
                  <a:schemeClr val="accent4"/>
                </a:gs>
              </a:gsLst>
              <a:lin ang="2700006" scaled="0"/>
            </a:gradFill>
            <a:ln>
              <a:noFill/>
            </a:ln>
            <a:effectLst>
              <a:outerShdw blurRad="190500" sx="99000" rotWithShape="0" algn="t" dir="5400000" dist="63500" sy="99000">
                <a:srgbClr val="000000">
                  <a:alpha val="2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t/>
              </a:r>
              <a:endParaRPr b="0" i="0" sz="13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68" name="Google Shape;68;p5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3393457" y="1506957"/>
              <a:ext cx="540000" cy="540000"/>
            </a:xfrm>
            <a:prstGeom prst="rect">
              <a:avLst/>
            </a:prstGeom>
            <a:noFill/>
            <a:ln>
              <a:noFill/>
            </a:ln>
            <a:effectLst>
              <a:outerShdw blurRad="177800" rotWithShape="0" algn="tl" dir="2700000" dist="114300">
                <a:srgbClr val="000000">
                  <a:alpha val="40000"/>
                </a:srgbClr>
              </a:outerShdw>
            </a:effectLst>
          </p:spPr>
        </p:pic>
      </p:grpSp>
      <p:grpSp>
        <p:nvGrpSpPr>
          <p:cNvPr id="69" name="Google Shape;69;p5"/>
          <p:cNvGrpSpPr/>
          <p:nvPr/>
        </p:nvGrpSpPr>
        <p:grpSpPr>
          <a:xfrm>
            <a:off x="4655379" y="1486708"/>
            <a:ext cx="1834048" cy="683137"/>
            <a:chOff x="1112490" y="1363887"/>
            <a:chExt cx="1485300" cy="553237"/>
          </a:xfrm>
        </p:grpSpPr>
        <p:sp>
          <p:nvSpPr>
            <p:cNvPr id="70" name="Google Shape;70;p5"/>
            <p:cNvSpPr txBox="1"/>
            <p:nvPr/>
          </p:nvSpPr>
          <p:spPr>
            <a:xfrm>
              <a:off x="1112490" y="1363887"/>
              <a:ext cx="1485300" cy="20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0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r>
                <a:rPr b="0" i="0" lang="en-US" sz="1150" u="none" cap="none" strike="noStrike">
                  <a:solidFill>
                    <a:schemeClr val="lt1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CTR (All)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" name="Google Shape;71;p5"/>
            <p:cNvSpPr txBox="1"/>
            <p:nvPr/>
          </p:nvSpPr>
          <p:spPr>
            <a:xfrm>
              <a:off x="1112490" y="1593124"/>
              <a:ext cx="1485300" cy="3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0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US" sz="2100" u="none" cap="none" strike="noStrike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rPr>
                <a:t>{{METRIC_CTR}}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2" name="Google Shape;72;p5"/>
          <p:cNvSpPr/>
          <p:nvPr/>
        </p:nvSpPr>
        <p:spPr>
          <a:xfrm>
            <a:off x="3593639" y="2583385"/>
            <a:ext cx="2907300" cy="1029900"/>
          </a:xfrm>
          <a:prstGeom prst="roundRect">
            <a:avLst>
              <a:gd fmla="val 12280" name="adj"/>
            </a:avLst>
          </a:prstGeom>
          <a:solidFill>
            <a:schemeClr val="accent5"/>
          </a:solidFill>
          <a:ln>
            <a:noFill/>
          </a:ln>
          <a:effectLst>
            <a:outerShdw blurRad="190500" sx="99000" rotWithShape="0" algn="t" dir="5400000" dist="63500" sy="99000">
              <a:srgbClr val="000000">
                <a:alpha val="2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3" name="Google Shape;73;p5"/>
          <p:cNvGrpSpPr/>
          <p:nvPr/>
        </p:nvGrpSpPr>
        <p:grpSpPr>
          <a:xfrm>
            <a:off x="3714017" y="2740513"/>
            <a:ext cx="717528" cy="717528"/>
            <a:chOff x="3105456" y="1218956"/>
            <a:chExt cx="1118516" cy="1118516"/>
          </a:xfrm>
        </p:grpSpPr>
        <p:sp>
          <p:nvSpPr>
            <p:cNvPr id="74" name="Google Shape;74;p5"/>
            <p:cNvSpPr/>
            <p:nvPr/>
          </p:nvSpPr>
          <p:spPr>
            <a:xfrm>
              <a:off x="3105456" y="1218956"/>
              <a:ext cx="1118516" cy="1118516"/>
            </a:xfrm>
            <a:custGeom>
              <a:rect b="b" l="l" r="r" t="t"/>
              <a:pathLst>
                <a:path extrusionOk="0" h="2924226" w="2924226">
                  <a:moveTo>
                    <a:pt x="2924227" y="1462113"/>
                  </a:moveTo>
                  <a:cubicBezTo>
                    <a:pt x="2924227" y="2269616"/>
                    <a:pt x="2269616" y="2924227"/>
                    <a:pt x="1462113" y="2924227"/>
                  </a:cubicBezTo>
                  <a:cubicBezTo>
                    <a:pt x="654609" y="2924227"/>
                    <a:pt x="-1" y="2269616"/>
                    <a:pt x="-1" y="1462113"/>
                  </a:cubicBezTo>
                  <a:cubicBezTo>
                    <a:pt x="-1" y="654610"/>
                    <a:pt x="654609" y="0"/>
                    <a:pt x="1462113" y="0"/>
                  </a:cubicBezTo>
                  <a:cubicBezTo>
                    <a:pt x="2269616" y="0"/>
                    <a:pt x="2924227" y="654610"/>
                    <a:pt x="2924227" y="1462113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">
                  <a:schemeClr val="accent2"/>
                </a:gs>
                <a:gs pos="34000">
                  <a:schemeClr val="accent1"/>
                </a:gs>
                <a:gs pos="64000">
                  <a:schemeClr val="accent3"/>
                </a:gs>
                <a:gs pos="90000">
                  <a:schemeClr val="accent4"/>
                </a:gs>
                <a:gs pos="100000">
                  <a:schemeClr val="accent4"/>
                </a:gs>
              </a:gsLst>
              <a:lin ang="2700006" scaled="0"/>
            </a:gradFill>
            <a:ln>
              <a:noFill/>
            </a:ln>
            <a:effectLst>
              <a:outerShdw blurRad="190500" sx="99000" rotWithShape="0" algn="t" dir="5400000" dist="63500" sy="99000">
                <a:srgbClr val="000000">
                  <a:alpha val="2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t/>
              </a:r>
              <a:endParaRPr b="0" i="0" sz="13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75" name="Google Shape;75;p5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3393457" y="1506957"/>
              <a:ext cx="540000" cy="540000"/>
            </a:xfrm>
            <a:prstGeom prst="rect">
              <a:avLst/>
            </a:prstGeom>
            <a:noFill/>
            <a:ln>
              <a:noFill/>
            </a:ln>
            <a:effectLst>
              <a:outerShdw blurRad="177800" rotWithShape="0" algn="tl" dir="2700000" dist="114300">
                <a:srgbClr val="000000">
                  <a:alpha val="40000"/>
                </a:srgbClr>
              </a:outerShdw>
            </a:effectLst>
          </p:spPr>
        </p:pic>
      </p:grpSp>
      <p:grpSp>
        <p:nvGrpSpPr>
          <p:cNvPr id="76" name="Google Shape;76;p5"/>
          <p:cNvGrpSpPr/>
          <p:nvPr/>
        </p:nvGrpSpPr>
        <p:grpSpPr>
          <a:xfrm>
            <a:off x="4655379" y="2767704"/>
            <a:ext cx="1834048" cy="683137"/>
            <a:chOff x="1112490" y="1363887"/>
            <a:chExt cx="1485300" cy="553237"/>
          </a:xfrm>
        </p:grpSpPr>
        <p:sp>
          <p:nvSpPr>
            <p:cNvPr id="77" name="Google Shape;77;p5"/>
            <p:cNvSpPr txBox="1"/>
            <p:nvPr/>
          </p:nvSpPr>
          <p:spPr>
            <a:xfrm>
              <a:off x="1112490" y="1363887"/>
              <a:ext cx="1485300" cy="20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0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r>
                <a:rPr b="0" i="0" lang="en-US" sz="1150" u="none" cap="none" strike="noStrike">
                  <a:solidFill>
                    <a:schemeClr val="lt1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{{COST_LABEL}}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" name="Google Shape;78;p5"/>
            <p:cNvSpPr txBox="1"/>
            <p:nvPr/>
          </p:nvSpPr>
          <p:spPr>
            <a:xfrm>
              <a:off x="1112490" y="1593124"/>
              <a:ext cx="1485300" cy="3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0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US" sz="2100" u="none" cap="none" strike="noStrike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rPr>
                <a:t>{{METRIC_CPR}}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9" name="Google Shape;79;p5"/>
          <p:cNvSpPr/>
          <p:nvPr/>
        </p:nvSpPr>
        <p:spPr>
          <a:xfrm>
            <a:off x="3593639" y="3864381"/>
            <a:ext cx="2907300" cy="1029900"/>
          </a:xfrm>
          <a:prstGeom prst="roundRect">
            <a:avLst>
              <a:gd fmla="val 12280" name="adj"/>
            </a:avLst>
          </a:prstGeom>
          <a:solidFill>
            <a:schemeClr val="accent5"/>
          </a:solidFill>
          <a:ln>
            <a:noFill/>
          </a:ln>
          <a:effectLst>
            <a:outerShdw blurRad="190500" sx="99000" rotWithShape="0" algn="t" dir="5400000" dist="63500" sy="99000">
              <a:srgbClr val="000000">
                <a:alpha val="2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0" name="Google Shape;80;p5"/>
          <p:cNvGrpSpPr/>
          <p:nvPr/>
        </p:nvGrpSpPr>
        <p:grpSpPr>
          <a:xfrm>
            <a:off x="3714017" y="4021509"/>
            <a:ext cx="717528" cy="717528"/>
            <a:chOff x="3105456" y="1218956"/>
            <a:chExt cx="1118516" cy="1118516"/>
          </a:xfrm>
        </p:grpSpPr>
        <p:sp>
          <p:nvSpPr>
            <p:cNvPr id="81" name="Google Shape;81;p5"/>
            <p:cNvSpPr/>
            <p:nvPr/>
          </p:nvSpPr>
          <p:spPr>
            <a:xfrm>
              <a:off x="3105456" y="1218956"/>
              <a:ext cx="1118516" cy="1118516"/>
            </a:xfrm>
            <a:custGeom>
              <a:rect b="b" l="l" r="r" t="t"/>
              <a:pathLst>
                <a:path extrusionOk="0" h="2924226" w="2924226">
                  <a:moveTo>
                    <a:pt x="2924227" y="1462113"/>
                  </a:moveTo>
                  <a:cubicBezTo>
                    <a:pt x="2924227" y="2269616"/>
                    <a:pt x="2269616" y="2924227"/>
                    <a:pt x="1462113" y="2924227"/>
                  </a:cubicBezTo>
                  <a:cubicBezTo>
                    <a:pt x="654609" y="2924227"/>
                    <a:pt x="-1" y="2269616"/>
                    <a:pt x="-1" y="1462113"/>
                  </a:cubicBezTo>
                  <a:cubicBezTo>
                    <a:pt x="-1" y="654610"/>
                    <a:pt x="654609" y="0"/>
                    <a:pt x="1462113" y="0"/>
                  </a:cubicBezTo>
                  <a:cubicBezTo>
                    <a:pt x="2269616" y="0"/>
                    <a:pt x="2924227" y="654610"/>
                    <a:pt x="2924227" y="1462113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">
                  <a:schemeClr val="accent2"/>
                </a:gs>
                <a:gs pos="34000">
                  <a:schemeClr val="accent1"/>
                </a:gs>
                <a:gs pos="64000">
                  <a:schemeClr val="accent3"/>
                </a:gs>
                <a:gs pos="90000">
                  <a:schemeClr val="accent4"/>
                </a:gs>
                <a:gs pos="100000">
                  <a:schemeClr val="accent4"/>
                </a:gs>
              </a:gsLst>
              <a:lin ang="2700006" scaled="0"/>
            </a:gradFill>
            <a:ln>
              <a:noFill/>
            </a:ln>
            <a:effectLst>
              <a:outerShdw blurRad="190500" sx="99000" rotWithShape="0" algn="t" dir="5400000" dist="63500" sy="99000">
                <a:srgbClr val="000000">
                  <a:alpha val="2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t/>
              </a:r>
              <a:endParaRPr b="0" i="0" sz="13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82" name="Google Shape;82;p5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3393457" y="1506957"/>
              <a:ext cx="540001" cy="540001"/>
            </a:xfrm>
            <a:prstGeom prst="rect">
              <a:avLst/>
            </a:prstGeom>
            <a:noFill/>
            <a:ln>
              <a:noFill/>
            </a:ln>
            <a:effectLst>
              <a:outerShdw blurRad="177800" rotWithShape="0" algn="tl" dir="2700000" dist="114300">
                <a:srgbClr val="000000">
                  <a:alpha val="40000"/>
                </a:srgbClr>
              </a:outerShdw>
            </a:effectLst>
          </p:spPr>
        </p:pic>
      </p:grpSp>
      <p:grpSp>
        <p:nvGrpSpPr>
          <p:cNvPr id="83" name="Google Shape;83;p5"/>
          <p:cNvGrpSpPr/>
          <p:nvPr/>
        </p:nvGrpSpPr>
        <p:grpSpPr>
          <a:xfrm>
            <a:off x="4655379" y="4048700"/>
            <a:ext cx="1834048" cy="683137"/>
            <a:chOff x="1112490" y="1363887"/>
            <a:chExt cx="1485300" cy="553237"/>
          </a:xfrm>
        </p:grpSpPr>
        <p:sp>
          <p:nvSpPr>
            <p:cNvPr id="84" name="Google Shape;84;p5"/>
            <p:cNvSpPr txBox="1"/>
            <p:nvPr/>
          </p:nvSpPr>
          <p:spPr>
            <a:xfrm>
              <a:off x="1112490" y="1363887"/>
              <a:ext cx="1485300" cy="20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0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r>
                <a:rPr b="0" i="0" lang="en-US" sz="1150" u="none" cap="none" strike="noStrike">
                  <a:solidFill>
                    <a:schemeClr val="lt1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CPC (All)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" name="Google Shape;85;p5"/>
            <p:cNvSpPr txBox="1"/>
            <p:nvPr/>
          </p:nvSpPr>
          <p:spPr>
            <a:xfrm>
              <a:off x="1112490" y="1593124"/>
              <a:ext cx="1485300" cy="3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0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US" sz="2100" u="none" cap="none" strike="noStrike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rPr>
                <a:t>{{METRIC_CPC}}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3" name="Google Shape;79;p5"/>
          <p:cNvSpPr/>
          <p:nvPr/>
        </p:nvSpPr>
        <p:spPr>
          <a:xfrm>
            <a:off x="3593639" y="5145377"/>
            <a:ext cx="2907300" cy="1029900"/>
          </a:xfrm>
          <a:prstGeom prst="roundRect">
            <a:avLst>
              <a:gd fmla="val 12280" name="adj"/>
            </a:avLst>
          </a:prstGeom>
          <a:solidFill>
            <a:schemeClr val="accent5"/>
          </a:solidFill>
          <a:ln>
            <a:noFill/>
          </a:ln>
          <a:effectLst>
            <a:outerShdw blurRad="190500" sx="99000" rotWithShape="0" algn="t" dir="5400000" dist="63500" sy="99000">
              <a:srgbClr val="000000">
                <a:alpha val="2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4" name="Google Shape;80;p5"/>
          <p:cNvGrpSpPr/>
          <p:nvPr/>
        </p:nvGrpSpPr>
        <p:grpSpPr>
          <a:xfrm>
            <a:off x="3714017" y="5302505"/>
            <a:ext cx="717528" cy="717528"/>
            <a:chOff x="3105456" y="1218956"/>
            <a:chExt cx="1118516" cy="1118516"/>
          </a:xfrm>
        </p:grpSpPr>
        <p:sp>
          <p:nvSpPr>
            <p:cNvPr id="105" name="Google Shape;81;p5"/>
            <p:cNvSpPr/>
            <p:nvPr/>
          </p:nvSpPr>
          <p:spPr>
            <a:xfrm>
              <a:off x="3105456" y="1218956"/>
              <a:ext cx="1118516" cy="1118516"/>
            </a:xfrm>
            <a:custGeom>
              <a:rect b="b" l="l" r="r" t="t"/>
              <a:pathLst>
                <a:path extrusionOk="0" h="2924226" w="2924226">
                  <a:moveTo>
                    <a:pt x="2924227" y="1462113"/>
                  </a:moveTo>
                  <a:cubicBezTo>
                    <a:pt x="2924227" y="2269616"/>
                    <a:pt x="2269616" y="2924227"/>
                    <a:pt x="1462113" y="2924227"/>
                  </a:cubicBezTo>
                  <a:cubicBezTo>
                    <a:pt x="654609" y="2924227"/>
                    <a:pt x="-1" y="2269616"/>
                    <a:pt x="-1" y="1462113"/>
                  </a:cubicBezTo>
                  <a:cubicBezTo>
                    <a:pt x="-1" y="654610"/>
                    <a:pt x="654609" y="0"/>
                    <a:pt x="1462113" y="0"/>
                  </a:cubicBezTo>
                  <a:cubicBezTo>
                    <a:pt x="2269616" y="0"/>
                    <a:pt x="2924227" y="654610"/>
                    <a:pt x="2924227" y="1462113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">
                  <a:schemeClr val="accent2"/>
                </a:gs>
                <a:gs pos="34000">
                  <a:schemeClr val="accent1"/>
                </a:gs>
                <a:gs pos="64000">
                  <a:schemeClr val="accent3"/>
                </a:gs>
                <a:gs pos="90000">
                  <a:schemeClr val="accent4"/>
                </a:gs>
                <a:gs pos="100000">
                  <a:schemeClr val="accent4"/>
                </a:gs>
              </a:gsLst>
              <a:lin ang="2700006" scaled="0"/>
            </a:gradFill>
            <a:ln>
              <a:noFill/>
            </a:ln>
            <a:effectLst>
              <a:outerShdw blurRad="190500" sx="99000" rotWithShape="0" algn="t" dir="5400000" dist="63500" sy="99000">
                <a:srgbClr val="000000">
                  <a:alpha val="2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t/>
              </a:r>
              <a:endParaRPr b="0" i="0" sz="13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06" name="Google Shape;82;p5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3393457" y="1506957"/>
              <a:ext cx="540001" cy="540001"/>
            </a:xfrm>
            <a:prstGeom prst="rect">
              <a:avLst/>
            </a:prstGeom>
            <a:noFill/>
            <a:ln>
              <a:noFill/>
            </a:ln>
            <a:effectLst>
              <a:outerShdw blurRad="177800" rotWithShape="0" algn="tl" dir="2700000" dist="114300">
                <a:srgbClr val="000000">
                  <a:alpha val="40000"/>
                </a:srgbClr>
              </a:outerShdw>
            </a:effectLst>
          </p:spPr>
        </p:pic>
      </p:grpSp>
      <p:grpSp>
        <p:nvGrpSpPr>
          <p:cNvPr id="107" name="Google Shape;83;p5"/>
          <p:cNvGrpSpPr/>
          <p:nvPr/>
        </p:nvGrpSpPr>
        <p:grpSpPr>
          <a:xfrm>
            <a:off x="4655379" y="5329696"/>
            <a:ext cx="1834048" cy="683137"/>
            <a:chOff x="1112490" y="1363887"/>
            <a:chExt cx="1485300" cy="553237"/>
          </a:xfrm>
        </p:grpSpPr>
        <p:sp>
          <p:nvSpPr>
            <p:cNvPr id="108" name="Google Shape;84;p5"/>
            <p:cNvSpPr txBox="1"/>
            <p:nvPr/>
          </p:nvSpPr>
          <p:spPr>
            <a:xfrm>
              <a:off x="1112490" y="1363887"/>
              <a:ext cx="1485300" cy="20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0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r>
                <a:rPr b="0" i="0" lang="en-US" sz="1150" u="none" cap="none" strike="noStrike">
                  <a:solidFill>
                    <a:schemeClr val="lt1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{{METRIC_8_LABEL}}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" name="Google Shape;85;p5"/>
            <p:cNvSpPr txBox="1"/>
            <p:nvPr/>
          </p:nvSpPr>
          <p:spPr>
            <a:xfrm>
              <a:off x="1112490" y="1593124"/>
              <a:ext cx="1485300" cy="3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0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US" sz="2100" u="none" cap="none" strike="noStrike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rPr>
                <a:t>{{METRIC_8_VALUE}}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6" name="Google Shape;86;p5"/>
          <p:cNvGrpSpPr/>
          <p:nvPr/>
        </p:nvGrpSpPr>
        <p:grpSpPr>
          <a:xfrm>
            <a:off x="6501236" y="2578608"/>
            <a:ext cx="5691128" cy="2624328"/>
            <a:chOff x="6312826" y="1118867"/>
            <a:chExt cx="5861100" cy="2944550"/>
          </a:xfrm>
        </p:grpSpPr>
        <p:grpSp>
          <p:nvGrpSpPr>
            <p:cNvPr id="87" name="Google Shape;87;p5"/>
            <p:cNvGrpSpPr/>
            <p:nvPr/>
          </p:nvGrpSpPr>
          <p:grpSpPr>
            <a:xfrm>
              <a:off x="6520668" y="1118867"/>
              <a:ext cx="5652900" cy="786275"/>
              <a:chOff x="6520668" y="1118867"/>
              <a:chExt cx="5652900" cy="786275"/>
            </a:xfrm>
          </p:grpSpPr>
          <p:grpSp>
            <p:nvGrpSpPr>
              <p:cNvPr id="88" name="Google Shape;88;p5"/>
              <p:cNvGrpSpPr/>
              <p:nvPr/>
            </p:nvGrpSpPr>
            <p:grpSpPr>
              <a:xfrm>
                <a:off x="6968569" y="1118867"/>
                <a:ext cx="3833267" cy="338700"/>
                <a:chOff x="521471" y="4672294"/>
                <a:chExt cx="3833267" cy="338700"/>
              </a:xfrm>
            </p:grpSpPr>
            <p:cxnSp>
              <p:nvCxnSpPr>
                <p:cNvPr id="89" name="Google Shape;89;p5"/>
                <p:cNvCxnSpPr/>
                <p:nvPr/>
              </p:nvCxnSpPr>
              <p:spPr>
                <a:xfrm>
                  <a:off x="521471" y="4829034"/>
                  <a:ext cx="291900" cy="0"/>
                </a:xfrm>
                <a:prstGeom prst="straightConnector1">
                  <a:avLst/>
                </a:prstGeom>
                <a:noFill/>
                <a:ln cap="rnd" cmpd="sng" w="38100">
                  <a:solidFill>
                    <a:schemeClr val="accent3"/>
                  </a:solidFill>
                  <a:prstDash val="solid"/>
                  <a:round/>
                  <a:headEnd len="sm" w="sm" type="none"/>
                  <a:tailEnd len="med" w="med" type="stealth"/>
                </a:ln>
              </p:spPr>
            </p:cxnSp>
            <p:sp>
              <p:nvSpPr>
                <p:cNvPr id="90" name="Google Shape;90;p5"/>
                <p:cNvSpPr txBox="1"/>
                <p:nvPr/>
              </p:nvSpPr>
              <p:spPr>
                <a:xfrm>
                  <a:off x="879238" y="4672294"/>
                  <a:ext cx="3475500" cy="3387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rPr b="0" i="0" lang="en-US" sz="16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CAMPAIGN SUMMARY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91" name="Google Shape;91;p5"/>
              <p:cNvSpPr txBox="1"/>
              <p:nvPr/>
            </p:nvSpPr>
            <p:spPr>
              <a:xfrm>
                <a:off x="6520668" y="1512767"/>
                <a:ext cx="5652900" cy="3923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b="1" i="0" lang="en-US" sz="1200" u="none" cap="none" strike="noStrike">
                    <a:solidFill>
                      <a:srgbClr val="FFFFFF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{{CAMPAIGN_SUMMARY}}</a:t>
                </a:r>
                <a:endParaRPr b="0" i="0" sz="1300" u="none" cap="none" strike="noStrike">
                  <a:solidFill>
                    <a:srgbClr val="BFBFBF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  <p:grpSp>
          <p:nvGrpSpPr>
            <p:cNvPr id="92" name="Google Shape;92;p5"/>
            <p:cNvGrpSpPr/>
            <p:nvPr/>
          </p:nvGrpSpPr>
          <p:grpSpPr>
            <a:xfrm>
              <a:off x="6312826" y="3244368"/>
              <a:ext cx="5861100" cy="819049"/>
              <a:chOff x="6312826" y="1374667"/>
              <a:chExt cx="5861100" cy="819049"/>
            </a:xfrm>
          </p:grpSpPr>
          <p:grpSp>
            <p:nvGrpSpPr>
              <p:cNvPr id="93" name="Google Shape;93;p5"/>
              <p:cNvGrpSpPr/>
              <p:nvPr/>
            </p:nvGrpSpPr>
            <p:grpSpPr>
              <a:xfrm>
                <a:off x="6968569" y="1374667"/>
                <a:ext cx="3833267" cy="338700"/>
                <a:chOff x="521471" y="4928094"/>
                <a:chExt cx="3833267" cy="338700"/>
              </a:xfrm>
            </p:grpSpPr>
            <p:cxnSp>
              <p:nvCxnSpPr>
                <p:cNvPr id="94" name="Google Shape;94;p5"/>
                <p:cNvCxnSpPr/>
                <p:nvPr/>
              </p:nvCxnSpPr>
              <p:spPr>
                <a:xfrm>
                  <a:off x="521471" y="5097434"/>
                  <a:ext cx="291900" cy="0"/>
                </a:xfrm>
                <a:prstGeom prst="straightConnector1">
                  <a:avLst/>
                </a:prstGeom>
                <a:noFill/>
                <a:ln cap="rnd" cmpd="sng" w="38100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med" w="med" type="stealth"/>
                </a:ln>
              </p:spPr>
            </p:cxnSp>
            <p:sp>
              <p:nvSpPr>
                <p:cNvPr id="95" name="Google Shape;95;p5"/>
                <p:cNvSpPr txBox="1"/>
                <p:nvPr/>
              </p:nvSpPr>
              <p:spPr>
                <a:xfrm>
                  <a:off x="879238" y="4928094"/>
                  <a:ext cx="3475500" cy="3387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rPr b="0" i="0" lang="en-US" sz="16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KEY INSIGHTS &amp; UPDATES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96" name="Google Shape;96;p5"/>
              <p:cNvSpPr txBox="1"/>
              <p:nvPr/>
            </p:nvSpPr>
            <p:spPr>
              <a:xfrm>
                <a:off x="6312826" y="1901216"/>
                <a:ext cx="5861100" cy="292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t/>
                </a:r>
                <a:endParaRPr b="0" i="0" sz="1300" u="none" cap="none" strike="noStrike">
                  <a:solidFill>
                    <a:srgbClr val="FFFFFF"/>
                  </a:solidFill>
                  <a:highlight>
                    <a:srgbClr val="4E3624"/>
                  </a:highlight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</p:grpSp>
      <p:grpSp>
        <p:nvGrpSpPr>
          <p:cNvPr id="97" name="Google Shape;97;p5"/>
          <p:cNvGrpSpPr/>
          <p:nvPr/>
        </p:nvGrpSpPr>
        <p:grpSpPr>
          <a:xfrm>
            <a:off x="6968569" y="1302392"/>
            <a:ext cx="3833267" cy="338700"/>
            <a:chOff x="521471" y="4824694"/>
            <a:chExt cx="3833267" cy="338700"/>
          </a:xfrm>
        </p:grpSpPr>
        <p:cxnSp>
          <p:nvCxnSpPr>
            <p:cNvPr id="98" name="Google Shape;98;p5"/>
            <p:cNvCxnSpPr/>
            <p:nvPr/>
          </p:nvCxnSpPr>
          <p:spPr>
            <a:xfrm>
              <a:off x="521471" y="4981434"/>
              <a:ext cx="291900" cy="0"/>
            </a:xfrm>
            <a:prstGeom prst="straightConnector1">
              <a:avLst/>
            </a:prstGeom>
            <a:noFill/>
            <a:ln cap="rnd" cmpd="sng" w="38100">
              <a:solidFill>
                <a:schemeClr val="accent2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sp>
          <p:nvSpPr>
            <p:cNvPr id="99" name="Google Shape;99;p5"/>
            <p:cNvSpPr txBox="1"/>
            <p:nvPr/>
          </p:nvSpPr>
          <p:spPr>
            <a:xfrm>
              <a:off x="879238" y="4824694"/>
              <a:ext cx="34755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lt1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DATE RANGE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0" name="Google Shape;100;p5"/>
          <p:cNvSpPr txBox="1"/>
          <p:nvPr/>
        </p:nvSpPr>
        <p:spPr>
          <a:xfrm>
            <a:off x="7336645" y="1693916"/>
            <a:ext cx="3919800" cy="5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300" u="none" cap="none" strike="noStrike">
                <a:solidFill>
                  <a:srgbClr val="BFBFBF"/>
                </a:solidFill>
                <a:latin typeface="Open Sans"/>
                <a:ea typeface="Open Sans"/>
                <a:cs typeface="Open Sans"/>
                <a:sym typeface="Open Sans"/>
              </a:rPr>
              <a:t>{{DATE_RANGE}}</a:t>
            </a:r>
            <a:endParaRPr b="0" i="0" sz="1300" u="none" cap="none" strike="noStrike">
              <a:solidFill>
                <a:srgbClr val="BFBFB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BFBFB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1" name="Google Shape;101;p5"/>
          <p:cNvSpPr txBox="1"/>
          <p:nvPr/>
        </p:nvSpPr>
        <p:spPr>
          <a:xfrm>
            <a:off x="379359" y="324692"/>
            <a:ext cx="11433300" cy="86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none" tIns="457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2800" u="none" cap="none" strike="noStrik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YOUR WEEKLY PERFORMANCE REPORT</a:t>
            </a:r>
            <a:endParaRPr b="0" i="0" sz="2800" u="none" cap="none" strike="noStrike">
              <a:solidFill>
                <a:srgbClr val="FFFFFF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2800" u="none" cap="none" strike="noStrik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{{CAMPAIGN_NAME}}</a:t>
            </a:r>
            <a:endParaRPr b="0" i="0" sz="2800" u="none" cap="none" strike="noStrike">
              <a:solidFill>
                <a:srgbClr val="FFFFFF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102" name="Google Shape;102;p5"/>
          <p:cNvSpPr txBox="1"/>
          <p:nvPr/>
        </p:nvSpPr>
        <p:spPr>
          <a:xfrm>
            <a:off x="6551700" y="4894275"/>
            <a:ext cx="559020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1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7C7C7"/>
              </a:buClr>
              <a:buSzPts val="1300"/>
              <a:buFont typeface="Arial"/>
              <a:buChar char="●"/>
            </a:pPr>
            <a:r>
              <a:rPr b="1" i="0" lang="en-US" sz="12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{{KEY_INSIGHTS}}</a:t>
            </a:r>
            <a:endParaRPr b="1" i="0" sz="1300" u="none" cap="none" strike="noStrik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6"/>
          <p:cNvSpPr/>
          <p:nvPr/>
        </p:nvSpPr>
        <p:spPr>
          <a:xfrm>
            <a:off x="480031" y="1502330"/>
            <a:ext cx="11205600" cy="648000"/>
          </a:xfrm>
          <a:prstGeom prst="rect">
            <a:avLst/>
          </a:prstGeom>
          <a:gradFill>
            <a:gsLst>
              <a:gs pos="0">
                <a:schemeClr val="accent2"/>
              </a:gs>
              <a:gs pos="5000">
                <a:schemeClr val="accent2"/>
              </a:gs>
              <a:gs pos="41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l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graphicFrame>
        <p:nvGraphicFramePr>
          <p:cNvPr id="108" name="Google Shape;108;p6"/>
          <p:cNvGraphicFramePr/>
          <p:nvPr/>
        </p:nvGraphicFramePr>
        <p:xfrm>
          <a:off x="480029" y="148836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{94ED68FC-94E8-4026-9952-6AE550FBBC15}</a:tableStyleId>
              </a:tblPr>
              <a:tblGrid>
                <a:gridCol w="1123200"/>
                <a:gridCol w="1123200"/>
                <a:gridCol w="1123200"/>
                <a:gridCol w="1123200"/>
                <a:gridCol w="1123200"/>
                <a:gridCol w="1123200"/>
                <a:gridCol w="1123200"/>
                <a:gridCol w="1123200"/>
                <a:gridCol w="1123200"/>
                <a:gridCol w="1123200"/>
              </a:tblGrid>
              <a:tr h="648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Poppins SemiBold"/>
                        <a:buNone/>
                      </a:pPr>
                      <a:r>
                        <a:rPr b="1" i="0" lang="en-US" sz="1200" u="none" cap="none" strike="noStrike">
                          <a:solidFill>
                            <a:schemeClr val="lt1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Month</a:t>
                      </a:r>
                      <a:endParaRPr b="1" i="0" sz="1200" u="none" cap="none" strike="noStrike">
                        <a:solidFill>
                          <a:schemeClr val="lt1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T="0" marB="0" marR="63500" marL="63500" anchor="ctr"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Poppins SemiBold"/>
                        <a:buNone/>
                      </a:pPr>
                      <a:r>
                        <a:rPr b="1" i="0" lang="en-US" sz="1200" u="none" cap="none" strike="noStrike">
                          <a:solidFill>
                            <a:schemeClr val="lt1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Ad Spend</a:t>
                      </a:r>
                      <a:endParaRPr b="1" i="0" sz="1200" u="none" cap="none" strike="noStrike">
                        <a:solidFill>
                          <a:schemeClr val="lt1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T="0" marB="0" marR="63500" marL="63500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Poppins SemiBold"/>
                        <a:buNone/>
                      </a:pPr>
                      <a:r>
                        <a:rPr b="1" i="0" lang="en-US" sz="1200" u="none" cap="none" strike="noStrike">
                          <a:solidFill>
                            <a:schemeClr val="lt1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Reach</a:t>
                      </a:r>
                      <a:endParaRPr b="1" i="0" sz="1200" u="none" cap="none" strike="noStrike">
                        <a:solidFill>
                          <a:schemeClr val="lt1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T="0" marB="0" marR="63500" marL="63500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Poppins SemiBold"/>
                        <a:buNone/>
                      </a:pPr>
                      <a:r>
                        <a:rPr b="1" i="0" lang="en-US" sz="1200" u="none" cap="none" strike="noStrike">
                          <a:solidFill>
                            <a:schemeClr val="lt1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Impressions</a:t>
                      </a:r>
                      <a:endParaRPr b="1" i="0" sz="1200" u="none" cap="none" strike="noStrike">
                        <a:solidFill>
                          <a:schemeClr val="lt1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T="0" marB="0" marR="63500" marL="63500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Poppins SemiBol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CTR (All)</a:t>
                      </a:r>
                      <a:endParaRPr b="1" i="0" sz="1200" u="none" cap="none" strike="noStrike">
                        <a:solidFill>
                          <a:schemeClr val="lt1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T="0" marB="0" marR="63500" marL="63500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Poppins SemiBol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CPC (All)</a:t>
                      </a:r>
                      <a:endParaRPr b="1" i="0" sz="1200" u="none" cap="none" strike="noStrike">
                        <a:solidFill>
                          <a:schemeClr val="lt1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T="0" marB="0" marR="63500" marL="63500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Poppins SemiBol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{{PERIOD_RESULT1_LABEL}}</a:t>
                      </a:r>
                      <a:endParaRPr b="1" i="0" sz="1200" u="none" cap="none" strike="noStrike">
                        <a:solidFill>
                          <a:schemeClr val="lt1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T="0" marB="0" marR="63500" marL="63500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Poppins SemiBol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{{PERIOD_CPR1_LABEL}}</a:t>
                      </a:r>
                      <a:endParaRPr b="1" i="0" sz="1200" u="none" cap="none" strike="noStrike">
                        <a:solidFill>
                          <a:schemeClr val="lt1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T="0" marB="0" marR="63500" marL="63500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Poppins SemiBol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{{PERIOD_RESULT2_LABEL}}</a:t>
                      </a:r>
                      <a:endParaRPr b="1" i="0" sz="1200" u="none" cap="none" strike="noStrike">
                        <a:solidFill>
                          <a:schemeClr val="lt1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T="0" marB="0" marR="63500" marL="63500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Poppins SemiBol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{{PERIOD_CPR2_LABEL}}</a:t>
                      </a:r>
                      <a:endParaRPr b="1" i="0" sz="1200" u="none" cap="none" strike="noStrike">
                        <a:solidFill>
                          <a:schemeClr val="lt1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T="0" marB="0" marR="63500" marL="63500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48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{{PERIOD_MONTH}}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{{PERIOD_SPEND}}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{{PERIOD_REACH}}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{{PERIOD_IMPRESSIONS}}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{{PERIOD_CTR}}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{{PERIOD_CPC}}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{{PERIOD_RESULT1}}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{{PERIOD_CPR1}}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{{PERIOD_RESULT2}}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{{PERIOD_CPR2}}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</a:tr>
              <a:tr h="648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{{MTD_MONTH}}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{{MTD_SPEND}}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{{MTD_REACH}}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{{MTD_IMPRESSIONS}}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{{MTD_CTR}}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{{MTD_CPC}}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{{MTD_RESULT1}}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{{MTD_CPR1}}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{{MTD_RESULT2}}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{{MTD_CPR2}}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</a:tr>
            </a:tbl>
          </a:graphicData>
        </a:graphic>
      </p:graphicFrame>
      <p:sp>
        <p:nvSpPr>
          <p:cNvPr id="109" name="Google Shape;109;p6"/>
          <p:cNvSpPr txBox="1"/>
          <p:nvPr/>
        </p:nvSpPr>
        <p:spPr>
          <a:xfrm>
            <a:off x="379384" y="426192"/>
            <a:ext cx="114333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2800" u="none" cap="none" strike="noStrik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MONTHLY CAMPAIGN PERFORMANCE OVERVIEW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7"/>
          <p:cNvSpPr txBox="1"/>
          <p:nvPr/>
        </p:nvSpPr>
        <p:spPr>
          <a:xfrm>
            <a:off x="379384" y="426192"/>
            <a:ext cx="114333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METRIC ABBREVIATION GUIDE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5" name="Google Shape;115;p7"/>
          <p:cNvGrpSpPr/>
          <p:nvPr/>
        </p:nvGrpSpPr>
        <p:grpSpPr>
          <a:xfrm>
            <a:off x="460447" y="1257589"/>
            <a:ext cx="11274353" cy="5103767"/>
            <a:chOff x="460447" y="1257589"/>
            <a:chExt cx="11274353" cy="5103767"/>
          </a:xfrm>
        </p:grpSpPr>
        <p:grpSp>
          <p:nvGrpSpPr>
            <p:cNvPr id="116" name="Google Shape;116;p7"/>
            <p:cNvGrpSpPr/>
            <p:nvPr/>
          </p:nvGrpSpPr>
          <p:grpSpPr>
            <a:xfrm>
              <a:off x="460447" y="1257589"/>
              <a:ext cx="11261996" cy="1132156"/>
              <a:chOff x="460447" y="1257589"/>
              <a:chExt cx="11261996" cy="1132156"/>
            </a:xfrm>
          </p:grpSpPr>
          <p:grpSp>
            <p:nvGrpSpPr>
              <p:cNvPr id="117" name="Google Shape;117;p7"/>
              <p:cNvGrpSpPr/>
              <p:nvPr/>
            </p:nvGrpSpPr>
            <p:grpSpPr>
              <a:xfrm>
                <a:off x="460447" y="1257589"/>
                <a:ext cx="3606227" cy="1132156"/>
                <a:chOff x="460447" y="1317747"/>
                <a:chExt cx="3606227" cy="1132156"/>
              </a:xfrm>
            </p:grpSpPr>
            <p:sp>
              <p:nvSpPr>
                <p:cNvPr id="118" name="Google Shape;118;p7"/>
                <p:cNvSpPr/>
                <p:nvPr/>
              </p:nvSpPr>
              <p:spPr>
                <a:xfrm>
                  <a:off x="460447" y="1317747"/>
                  <a:ext cx="3606227" cy="1132156"/>
                </a:xfrm>
                <a:prstGeom prst="roundRect">
                  <a:avLst>
                    <a:gd fmla="val 12280" name="adj"/>
                  </a:avLst>
                </a:prstGeom>
                <a:solidFill>
                  <a:schemeClr val="accent5"/>
                </a:solidFill>
                <a:ln>
                  <a:noFill/>
                </a:ln>
                <a:effectLst>
                  <a:outerShdw blurRad="190500" sx="99000" rotWithShape="0" algn="t" dir="5400000" dist="63500" sy="99000">
                    <a:srgbClr val="000000">
                      <a:alpha val="2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19" name="Google Shape;119;p7"/>
                <p:cNvGrpSpPr/>
                <p:nvPr/>
              </p:nvGrpSpPr>
              <p:grpSpPr>
                <a:xfrm>
                  <a:off x="665729" y="1509668"/>
                  <a:ext cx="697245" cy="697245"/>
                  <a:chOff x="3105456" y="1218956"/>
                  <a:chExt cx="1116000" cy="1116000"/>
                </a:xfrm>
              </p:grpSpPr>
              <p:sp>
                <p:nvSpPr>
                  <p:cNvPr id="120" name="Google Shape;120;p7"/>
                  <p:cNvSpPr/>
                  <p:nvPr/>
                </p:nvSpPr>
                <p:spPr>
                  <a:xfrm>
                    <a:off x="3105456" y="1218956"/>
                    <a:ext cx="1116000" cy="1116000"/>
                  </a:xfrm>
                  <a:custGeom>
                    <a:rect b="b" l="l" r="r" t="t"/>
                    <a:pathLst>
                      <a:path extrusionOk="0" h="2924226" w="2924226">
                        <a:moveTo>
                          <a:pt x="2924227" y="1462113"/>
                        </a:moveTo>
                        <a:cubicBezTo>
                          <a:pt x="2924227" y="2269616"/>
                          <a:pt x="2269616" y="2924227"/>
                          <a:pt x="1462113" y="2924227"/>
                        </a:cubicBezTo>
                        <a:cubicBezTo>
                          <a:pt x="654609" y="2924227"/>
                          <a:pt x="-1" y="2269616"/>
                          <a:pt x="-1" y="1462113"/>
                        </a:cubicBezTo>
                        <a:cubicBezTo>
                          <a:pt x="-1" y="654610"/>
                          <a:pt x="654609" y="0"/>
                          <a:pt x="1462113" y="0"/>
                        </a:cubicBezTo>
                        <a:cubicBezTo>
                          <a:pt x="2269616" y="0"/>
                          <a:pt x="2924227" y="654610"/>
                          <a:pt x="2924227" y="146211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2"/>
                      </a:gs>
                      <a:gs pos="5000">
                        <a:schemeClr val="accent2"/>
                      </a:gs>
                      <a:gs pos="34000">
                        <a:schemeClr val="accent1"/>
                      </a:gs>
                      <a:gs pos="64000">
                        <a:schemeClr val="accent3"/>
                      </a:gs>
                      <a:gs pos="90000">
                        <a:schemeClr val="accent4"/>
                      </a:gs>
                      <a:gs pos="100000">
                        <a:schemeClr val="accent4"/>
                      </a:gs>
                    </a:gsLst>
                    <a:lin ang="2700000" scaled="0"/>
                  </a:gradFill>
                  <a:ln>
                    <a:noFill/>
                  </a:ln>
                  <a:effectLst>
                    <a:outerShdw blurRad="190500" sx="99000" rotWithShape="0" algn="t" dir="5400000" dist="63500" sy="99000">
                      <a:srgbClr val="000000">
                        <a:alpha val="20000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300"/>
                      <a:buFont typeface="Arial"/>
                      <a:buNone/>
                    </a:pPr>
                    <a:r>
                      <a:t/>
                    </a:r>
                    <a:endParaRPr b="0" i="0" sz="1300" u="none" cap="none" strike="noStrike">
                      <a:solidFill>
                        <a:schemeClr val="accen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id="121" name="Google Shape;121;p7"/>
                  <p:cNvPicPr preferRelativeResize="0"/>
                  <p:nvPr/>
                </p:nvPicPr>
                <p:blipFill rotWithShape="1">
                  <a:blip r:embed="rId3">
                    <a:alphaModFix/>
                  </a:blip>
                  <a:srcRect b="0" l="0" r="0" t="0"/>
                  <a:stretch/>
                </p:blipFill>
                <p:spPr>
                  <a:xfrm>
                    <a:off x="3393457" y="1506957"/>
                    <a:ext cx="540001" cy="54000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177800" rotWithShape="0" algn="tl" dir="2700000" dist="114300">
                      <a:srgbClr val="000000">
                        <a:alpha val="40000"/>
                      </a:srgbClr>
                    </a:outerShdw>
                  </a:effectLst>
                </p:spPr>
              </p:pic>
            </p:grpSp>
            <p:sp>
              <p:nvSpPr>
                <p:cNvPr id="122" name="Google Shape;122;p7"/>
                <p:cNvSpPr txBox="1"/>
                <p:nvPr/>
              </p:nvSpPr>
              <p:spPr>
                <a:xfrm>
                  <a:off x="1519322" y="1499709"/>
                  <a:ext cx="2451099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REACH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3" name="Google Shape;123;p7"/>
                <p:cNvSpPr txBox="1"/>
                <p:nvPr/>
              </p:nvSpPr>
              <p:spPr>
                <a:xfrm>
                  <a:off x="1518248" y="1777988"/>
                  <a:ext cx="2500299" cy="4178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BFBFBF"/>
                      </a:solidFill>
                      <a:latin typeface="Poppins"/>
                      <a:ea typeface="Poppins"/>
                      <a:cs typeface="Poppins"/>
                      <a:sym typeface="Poppins"/>
                    </a:rPr>
                    <a:t>The total number of unique users who saw your ad.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24" name="Google Shape;124;p7"/>
              <p:cNvGrpSpPr/>
              <p:nvPr/>
            </p:nvGrpSpPr>
            <p:grpSpPr>
              <a:xfrm>
                <a:off x="4288332" y="1257589"/>
                <a:ext cx="3606227" cy="1132156"/>
                <a:chOff x="460447" y="1317747"/>
                <a:chExt cx="3606227" cy="1132156"/>
              </a:xfrm>
            </p:grpSpPr>
            <p:sp>
              <p:nvSpPr>
                <p:cNvPr id="125" name="Google Shape;125;p7"/>
                <p:cNvSpPr/>
                <p:nvPr/>
              </p:nvSpPr>
              <p:spPr>
                <a:xfrm>
                  <a:off x="460447" y="1317747"/>
                  <a:ext cx="3606227" cy="1132156"/>
                </a:xfrm>
                <a:prstGeom prst="roundRect">
                  <a:avLst>
                    <a:gd fmla="val 12280" name="adj"/>
                  </a:avLst>
                </a:prstGeom>
                <a:solidFill>
                  <a:schemeClr val="accent5"/>
                </a:solidFill>
                <a:ln>
                  <a:noFill/>
                </a:ln>
                <a:effectLst>
                  <a:outerShdw blurRad="190500" sx="99000" rotWithShape="0" algn="t" dir="5400000" dist="63500" sy="99000">
                    <a:srgbClr val="000000">
                      <a:alpha val="2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26" name="Google Shape;126;p7"/>
                <p:cNvGrpSpPr/>
                <p:nvPr/>
              </p:nvGrpSpPr>
              <p:grpSpPr>
                <a:xfrm>
                  <a:off x="665729" y="1509668"/>
                  <a:ext cx="697245" cy="697245"/>
                  <a:chOff x="3105456" y="1218956"/>
                  <a:chExt cx="1116000" cy="1116000"/>
                </a:xfrm>
              </p:grpSpPr>
              <p:sp>
                <p:nvSpPr>
                  <p:cNvPr id="127" name="Google Shape;127;p7"/>
                  <p:cNvSpPr/>
                  <p:nvPr/>
                </p:nvSpPr>
                <p:spPr>
                  <a:xfrm>
                    <a:off x="3105456" y="1218956"/>
                    <a:ext cx="1116000" cy="1116000"/>
                  </a:xfrm>
                  <a:custGeom>
                    <a:rect b="b" l="l" r="r" t="t"/>
                    <a:pathLst>
                      <a:path extrusionOk="0" h="2924226" w="2924226">
                        <a:moveTo>
                          <a:pt x="2924227" y="1462113"/>
                        </a:moveTo>
                        <a:cubicBezTo>
                          <a:pt x="2924227" y="2269616"/>
                          <a:pt x="2269616" y="2924227"/>
                          <a:pt x="1462113" y="2924227"/>
                        </a:cubicBezTo>
                        <a:cubicBezTo>
                          <a:pt x="654609" y="2924227"/>
                          <a:pt x="-1" y="2269616"/>
                          <a:pt x="-1" y="1462113"/>
                        </a:cubicBezTo>
                        <a:cubicBezTo>
                          <a:pt x="-1" y="654610"/>
                          <a:pt x="654609" y="0"/>
                          <a:pt x="1462113" y="0"/>
                        </a:cubicBezTo>
                        <a:cubicBezTo>
                          <a:pt x="2269616" y="0"/>
                          <a:pt x="2924227" y="654610"/>
                          <a:pt x="2924227" y="146211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2"/>
                      </a:gs>
                      <a:gs pos="5000">
                        <a:schemeClr val="accent2"/>
                      </a:gs>
                      <a:gs pos="34000">
                        <a:schemeClr val="accent1"/>
                      </a:gs>
                      <a:gs pos="64000">
                        <a:schemeClr val="accent3"/>
                      </a:gs>
                      <a:gs pos="90000">
                        <a:schemeClr val="accent4"/>
                      </a:gs>
                      <a:gs pos="100000">
                        <a:schemeClr val="accent4"/>
                      </a:gs>
                    </a:gsLst>
                    <a:lin ang="2700000" scaled="0"/>
                  </a:gradFill>
                  <a:ln>
                    <a:noFill/>
                  </a:ln>
                  <a:effectLst>
                    <a:outerShdw blurRad="190500" sx="99000" rotWithShape="0" algn="t" dir="5400000" dist="63500" sy="99000">
                      <a:srgbClr val="000000">
                        <a:alpha val="20000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300"/>
                      <a:buFont typeface="Arial"/>
                      <a:buNone/>
                    </a:pPr>
                    <a:r>
                      <a:t/>
                    </a:r>
                    <a:endParaRPr b="0" i="0" sz="1300" u="none" cap="none" strike="noStrike">
                      <a:solidFill>
                        <a:schemeClr val="accen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id="128" name="Google Shape;128;p7"/>
                  <p:cNvPicPr preferRelativeResize="0"/>
                  <p:nvPr/>
                </p:nvPicPr>
                <p:blipFill rotWithShape="1">
                  <a:blip r:embed="rId4">
                    <a:alphaModFix/>
                  </a:blip>
                  <a:srcRect b="0" l="0" r="0" t="0"/>
                  <a:stretch/>
                </p:blipFill>
                <p:spPr>
                  <a:xfrm>
                    <a:off x="3393457" y="1506957"/>
                    <a:ext cx="540001" cy="54000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177800" rotWithShape="0" algn="tl" dir="2700000" dist="114300">
                      <a:srgbClr val="000000">
                        <a:alpha val="40000"/>
                      </a:srgbClr>
                    </a:outerShdw>
                  </a:effectLst>
                </p:spPr>
              </p:pic>
            </p:grpSp>
            <p:sp>
              <p:nvSpPr>
                <p:cNvPr id="129" name="Google Shape;129;p7"/>
                <p:cNvSpPr txBox="1"/>
                <p:nvPr/>
              </p:nvSpPr>
              <p:spPr>
                <a:xfrm>
                  <a:off x="1519322" y="1499709"/>
                  <a:ext cx="2451099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LINK CLICKS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0" name="Google Shape;130;p7"/>
                <p:cNvSpPr txBox="1"/>
                <p:nvPr/>
              </p:nvSpPr>
              <p:spPr>
                <a:xfrm>
                  <a:off x="1518248" y="1777988"/>
                  <a:ext cx="2500299" cy="58400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BFBFBF"/>
                      </a:solidFill>
                      <a:latin typeface="Poppins"/>
                      <a:ea typeface="Poppins"/>
                      <a:cs typeface="Poppins"/>
                      <a:sym typeface="Poppins"/>
                    </a:rPr>
                    <a:t>The actual number of clicks on links within the ad, leading to your chosen destination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31" name="Google Shape;131;p7"/>
              <p:cNvGrpSpPr/>
              <p:nvPr/>
            </p:nvGrpSpPr>
            <p:grpSpPr>
              <a:xfrm>
                <a:off x="8116216" y="1257589"/>
                <a:ext cx="3606227" cy="1132156"/>
                <a:chOff x="460447" y="1317747"/>
                <a:chExt cx="3606227" cy="1132156"/>
              </a:xfrm>
            </p:grpSpPr>
            <p:sp>
              <p:nvSpPr>
                <p:cNvPr id="132" name="Google Shape;132;p7"/>
                <p:cNvSpPr/>
                <p:nvPr/>
              </p:nvSpPr>
              <p:spPr>
                <a:xfrm>
                  <a:off x="460447" y="1317747"/>
                  <a:ext cx="3606227" cy="1132156"/>
                </a:xfrm>
                <a:prstGeom prst="roundRect">
                  <a:avLst>
                    <a:gd fmla="val 12280" name="adj"/>
                  </a:avLst>
                </a:prstGeom>
                <a:solidFill>
                  <a:schemeClr val="accent5"/>
                </a:solidFill>
                <a:ln>
                  <a:noFill/>
                </a:ln>
                <a:effectLst>
                  <a:outerShdw blurRad="190500" sx="99000" rotWithShape="0" algn="t" dir="5400000" dist="63500" sy="99000">
                    <a:srgbClr val="000000">
                      <a:alpha val="2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33" name="Google Shape;133;p7"/>
                <p:cNvGrpSpPr/>
                <p:nvPr/>
              </p:nvGrpSpPr>
              <p:grpSpPr>
                <a:xfrm>
                  <a:off x="665729" y="1509668"/>
                  <a:ext cx="697245" cy="697245"/>
                  <a:chOff x="3105456" y="1218956"/>
                  <a:chExt cx="1116000" cy="1116000"/>
                </a:xfrm>
              </p:grpSpPr>
              <p:sp>
                <p:nvSpPr>
                  <p:cNvPr id="134" name="Google Shape;134;p7"/>
                  <p:cNvSpPr/>
                  <p:nvPr/>
                </p:nvSpPr>
                <p:spPr>
                  <a:xfrm>
                    <a:off x="3105456" y="1218956"/>
                    <a:ext cx="1116000" cy="1116000"/>
                  </a:xfrm>
                  <a:custGeom>
                    <a:rect b="b" l="l" r="r" t="t"/>
                    <a:pathLst>
                      <a:path extrusionOk="0" h="2924226" w="2924226">
                        <a:moveTo>
                          <a:pt x="2924227" y="1462113"/>
                        </a:moveTo>
                        <a:cubicBezTo>
                          <a:pt x="2924227" y="2269616"/>
                          <a:pt x="2269616" y="2924227"/>
                          <a:pt x="1462113" y="2924227"/>
                        </a:cubicBezTo>
                        <a:cubicBezTo>
                          <a:pt x="654609" y="2924227"/>
                          <a:pt x="-1" y="2269616"/>
                          <a:pt x="-1" y="1462113"/>
                        </a:cubicBezTo>
                        <a:cubicBezTo>
                          <a:pt x="-1" y="654610"/>
                          <a:pt x="654609" y="0"/>
                          <a:pt x="1462113" y="0"/>
                        </a:cubicBezTo>
                        <a:cubicBezTo>
                          <a:pt x="2269616" y="0"/>
                          <a:pt x="2924227" y="654610"/>
                          <a:pt x="2924227" y="146211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2"/>
                      </a:gs>
                      <a:gs pos="5000">
                        <a:schemeClr val="accent2"/>
                      </a:gs>
                      <a:gs pos="34000">
                        <a:schemeClr val="accent1"/>
                      </a:gs>
                      <a:gs pos="64000">
                        <a:schemeClr val="accent3"/>
                      </a:gs>
                      <a:gs pos="90000">
                        <a:schemeClr val="accent4"/>
                      </a:gs>
                      <a:gs pos="100000">
                        <a:schemeClr val="accent4"/>
                      </a:gs>
                    </a:gsLst>
                    <a:lin ang="2700000" scaled="0"/>
                  </a:gradFill>
                  <a:ln>
                    <a:noFill/>
                  </a:ln>
                  <a:effectLst>
                    <a:outerShdw blurRad="190500" sx="99000" rotWithShape="0" algn="t" dir="5400000" dist="63500" sy="99000">
                      <a:srgbClr val="000000">
                        <a:alpha val="20000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300"/>
                      <a:buFont typeface="Arial"/>
                      <a:buNone/>
                    </a:pPr>
                    <a:r>
                      <a:t/>
                    </a:r>
                    <a:endParaRPr b="0" i="0" sz="1300" u="none" cap="none" strike="noStrike">
                      <a:solidFill>
                        <a:schemeClr val="accen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id="135" name="Google Shape;135;p7"/>
                  <p:cNvPicPr preferRelativeResize="0"/>
                  <p:nvPr/>
                </p:nvPicPr>
                <p:blipFill rotWithShape="1">
                  <a:blip r:embed="rId5">
                    <a:alphaModFix/>
                  </a:blip>
                  <a:srcRect b="0" l="0" r="0" t="0"/>
                  <a:stretch/>
                </p:blipFill>
                <p:spPr>
                  <a:xfrm>
                    <a:off x="3393457" y="1506957"/>
                    <a:ext cx="540001" cy="54000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177800" rotWithShape="0" algn="tl" dir="2700000" dist="114300">
                      <a:srgbClr val="000000">
                        <a:alpha val="40000"/>
                      </a:srgbClr>
                    </a:outerShdw>
                  </a:effectLst>
                </p:spPr>
              </p:pic>
            </p:grpSp>
            <p:sp>
              <p:nvSpPr>
                <p:cNvPr id="136" name="Google Shape;136;p7"/>
                <p:cNvSpPr txBox="1"/>
                <p:nvPr/>
              </p:nvSpPr>
              <p:spPr>
                <a:xfrm>
                  <a:off x="1519322" y="1499709"/>
                  <a:ext cx="2451099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CPL </a:t>
                  </a:r>
                  <a:r>
                    <a:rPr b="0" i="0" lang="en-US" sz="105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(COST PER LEAD)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7" name="Google Shape;137;p7"/>
                <p:cNvSpPr txBox="1"/>
                <p:nvPr/>
              </p:nvSpPr>
              <p:spPr>
                <a:xfrm>
                  <a:off x="1518248" y="1777988"/>
                  <a:ext cx="2500299" cy="4178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BFBFBF"/>
                      </a:solidFill>
                      <a:latin typeface="Poppins"/>
                      <a:ea typeface="Poppins"/>
                      <a:cs typeface="Poppins"/>
                      <a:sym typeface="Poppins"/>
                    </a:rPr>
                    <a:t>The average cost you paid for each lead generated by your ad.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138" name="Google Shape;138;p7"/>
            <p:cNvGrpSpPr/>
            <p:nvPr/>
          </p:nvGrpSpPr>
          <p:grpSpPr>
            <a:xfrm>
              <a:off x="460447" y="2581459"/>
              <a:ext cx="11261996" cy="1132156"/>
              <a:chOff x="460447" y="1257589"/>
              <a:chExt cx="11261996" cy="1132156"/>
            </a:xfrm>
          </p:grpSpPr>
          <p:grpSp>
            <p:nvGrpSpPr>
              <p:cNvPr id="139" name="Google Shape;139;p7"/>
              <p:cNvGrpSpPr/>
              <p:nvPr/>
            </p:nvGrpSpPr>
            <p:grpSpPr>
              <a:xfrm>
                <a:off x="460447" y="1257589"/>
                <a:ext cx="3606227" cy="1132156"/>
                <a:chOff x="460447" y="1317747"/>
                <a:chExt cx="3606227" cy="1132156"/>
              </a:xfrm>
            </p:grpSpPr>
            <p:sp>
              <p:nvSpPr>
                <p:cNvPr id="140" name="Google Shape;140;p7"/>
                <p:cNvSpPr/>
                <p:nvPr/>
              </p:nvSpPr>
              <p:spPr>
                <a:xfrm>
                  <a:off x="460447" y="1317747"/>
                  <a:ext cx="3606227" cy="1132156"/>
                </a:xfrm>
                <a:prstGeom prst="roundRect">
                  <a:avLst>
                    <a:gd fmla="val 12280" name="adj"/>
                  </a:avLst>
                </a:prstGeom>
                <a:solidFill>
                  <a:schemeClr val="accent5"/>
                </a:solidFill>
                <a:ln>
                  <a:noFill/>
                </a:ln>
                <a:effectLst>
                  <a:outerShdw blurRad="190500" sx="99000" rotWithShape="0" algn="t" dir="5400000" dist="63500" sy="99000">
                    <a:srgbClr val="000000">
                      <a:alpha val="2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41" name="Google Shape;141;p7"/>
                <p:cNvGrpSpPr/>
                <p:nvPr/>
              </p:nvGrpSpPr>
              <p:grpSpPr>
                <a:xfrm>
                  <a:off x="665729" y="1509668"/>
                  <a:ext cx="697245" cy="697245"/>
                  <a:chOff x="3105456" y="1218956"/>
                  <a:chExt cx="1116000" cy="1116000"/>
                </a:xfrm>
              </p:grpSpPr>
              <p:sp>
                <p:nvSpPr>
                  <p:cNvPr id="142" name="Google Shape;142;p7"/>
                  <p:cNvSpPr/>
                  <p:nvPr/>
                </p:nvSpPr>
                <p:spPr>
                  <a:xfrm>
                    <a:off x="3105456" y="1218956"/>
                    <a:ext cx="1116000" cy="1116000"/>
                  </a:xfrm>
                  <a:custGeom>
                    <a:rect b="b" l="l" r="r" t="t"/>
                    <a:pathLst>
                      <a:path extrusionOk="0" h="2924226" w="2924226">
                        <a:moveTo>
                          <a:pt x="2924227" y="1462113"/>
                        </a:moveTo>
                        <a:cubicBezTo>
                          <a:pt x="2924227" y="2269616"/>
                          <a:pt x="2269616" y="2924227"/>
                          <a:pt x="1462113" y="2924227"/>
                        </a:cubicBezTo>
                        <a:cubicBezTo>
                          <a:pt x="654609" y="2924227"/>
                          <a:pt x="-1" y="2269616"/>
                          <a:pt x="-1" y="1462113"/>
                        </a:cubicBezTo>
                        <a:cubicBezTo>
                          <a:pt x="-1" y="654610"/>
                          <a:pt x="654609" y="0"/>
                          <a:pt x="1462113" y="0"/>
                        </a:cubicBezTo>
                        <a:cubicBezTo>
                          <a:pt x="2269616" y="0"/>
                          <a:pt x="2924227" y="654610"/>
                          <a:pt x="2924227" y="146211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2"/>
                      </a:gs>
                      <a:gs pos="5000">
                        <a:schemeClr val="accent2"/>
                      </a:gs>
                      <a:gs pos="34000">
                        <a:schemeClr val="accent1"/>
                      </a:gs>
                      <a:gs pos="64000">
                        <a:schemeClr val="accent3"/>
                      </a:gs>
                      <a:gs pos="90000">
                        <a:schemeClr val="accent4"/>
                      </a:gs>
                      <a:gs pos="100000">
                        <a:schemeClr val="accent4"/>
                      </a:gs>
                    </a:gsLst>
                    <a:lin ang="2700000" scaled="0"/>
                  </a:gradFill>
                  <a:ln>
                    <a:noFill/>
                  </a:ln>
                  <a:effectLst>
                    <a:outerShdw blurRad="190500" sx="99000" rotWithShape="0" algn="t" dir="5400000" dist="63500" sy="99000">
                      <a:srgbClr val="000000">
                        <a:alpha val="20000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300"/>
                      <a:buFont typeface="Arial"/>
                      <a:buNone/>
                    </a:pPr>
                    <a:r>
                      <a:t/>
                    </a:r>
                    <a:endParaRPr b="0" i="0" sz="1300" u="none" cap="none" strike="noStrike">
                      <a:solidFill>
                        <a:schemeClr val="accen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id="143" name="Google Shape;143;p7"/>
                  <p:cNvPicPr preferRelativeResize="0"/>
                  <p:nvPr/>
                </p:nvPicPr>
                <p:blipFill rotWithShape="1">
                  <a:blip r:embed="rId6">
                    <a:alphaModFix/>
                  </a:blip>
                  <a:srcRect b="0" l="0" r="0" t="0"/>
                  <a:stretch/>
                </p:blipFill>
                <p:spPr>
                  <a:xfrm>
                    <a:off x="3393457" y="1506957"/>
                    <a:ext cx="540001" cy="54000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177800" rotWithShape="0" algn="tl" dir="2700000" dist="114300">
                      <a:srgbClr val="000000">
                        <a:alpha val="40000"/>
                      </a:srgbClr>
                    </a:outerShdw>
                  </a:effectLst>
                </p:spPr>
              </p:pic>
            </p:grpSp>
            <p:sp>
              <p:nvSpPr>
                <p:cNvPr id="144" name="Google Shape;144;p7"/>
                <p:cNvSpPr txBox="1"/>
                <p:nvPr/>
              </p:nvSpPr>
              <p:spPr>
                <a:xfrm>
                  <a:off x="1519322" y="1499709"/>
                  <a:ext cx="2451099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IMPRESSIONS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5" name="Google Shape;145;p7"/>
                <p:cNvSpPr txBox="1"/>
                <p:nvPr/>
              </p:nvSpPr>
              <p:spPr>
                <a:xfrm>
                  <a:off x="1518248" y="1777988"/>
                  <a:ext cx="2500299" cy="4178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BFBFBF"/>
                      </a:solidFill>
                      <a:latin typeface="Poppins"/>
                      <a:ea typeface="Poppins"/>
                      <a:cs typeface="Poppins"/>
                      <a:sym typeface="Poppins"/>
                    </a:rPr>
                    <a:t>The total number of times your ad was displayed on users' screens.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46" name="Google Shape;146;p7"/>
              <p:cNvGrpSpPr/>
              <p:nvPr/>
            </p:nvGrpSpPr>
            <p:grpSpPr>
              <a:xfrm>
                <a:off x="4288332" y="1257589"/>
                <a:ext cx="3606227" cy="1132156"/>
                <a:chOff x="460447" y="1317747"/>
                <a:chExt cx="3606227" cy="1132156"/>
              </a:xfrm>
            </p:grpSpPr>
            <p:sp>
              <p:nvSpPr>
                <p:cNvPr id="147" name="Google Shape;147;p7"/>
                <p:cNvSpPr/>
                <p:nvPr/>
              </p:nvSpPr>
              <p:spPr>
                <a:xfrm>
                  <a:off x="460447" y="1317747"/>
                  <a:ext cx="3606227" cy="1132156"/>
                </a:xfrm>
                <a:prstGeom prst="roundRect">
                  <a:avLst>
                    <a:gd fmla="val 12280" name="adj"/>
                  </a:avLst>
                </a:prstGeom>
                <a:solidFill>
                  <a:schemeClr val="accent5"/>
                </a:solidFill>
                <a:ln>
                  <a:noFill/>
                </a:ln>
                <a:effectLst>
                  <a:outerShdw blurRad="190500" sx="99000" rotWithShape="0" algn="t" dir="5400000" dist="63500" sy="99000">
                    <a:srgbClr val="000000">
                      <a:alpha val="2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48" name="Google Shape;148;p7"/>
                <p:cNvGrpSpPr/>
                <p:nvPr/>
              </p:nvGrpSpPr>
              <p:grpSpPr>
                <a:xfrm>
                  <a:off x="665729" y="1509668"/>
                  <a:ext cx="697245" cy="697245"/>
                  <a:chOff x="3105456" y="1218956"/>
                  <a:chExt cx="1116000" cy="1116000"/>
                </a:xfrm>
              </p:grpSpPr>
              <p:sp>
                <p:nvSpPr>
                  <p:cNvPr id="149" name="Google Shape;149;p7"/>
                  <p:cNvSpPr/>
                  <p:nvPr/>
                </p:nvSpPr>
                <p:spPr>
                  <a:xfrm>
                    <a:off x="3105456" y="1218956"/>
                    <a:ext cx="1116000" cy="1116000"/>
                  </a:xfrm>
                  <a:custGeom>
                    <a:rect b="b" l="l" r="r" t="t"/>
                    <a:pathLst>
                      <a:path extrusionOk="0" h="2924226" w="2924226">
                        <a:moveTo>
                          <a:pt x="2924227" y="1462113"/>
                        </a:moveTo>
                        <a:cubicBezTo>
                          <a:pt x="2924227" y="2269616"/>
                          <a:pt x="2269616" y="2924227"/>
                          <a:pt x="1462113" y="2924227"/>
                        </a:cubicBezTo>
                        <a:cubicBezTo>
                          <a:pt x="654609" y="2924227"/>
                          <a:pt x="-1" y="2269616"/>
                          <a:pt x="-1" y="1462113"/>
                        </a:cubicBezTo>
                        <a:cubicBezTo>
                          <a:pt x="-1" y="654610"/>
                          <a:pt x="654609" y="0"/>
                          <a:pt x="1462113" y="0"/>
                        </a:cubicBezTo>
                        <a:cubicBezTo>
                          <a:pt x="2269616" y="0"/>
                          <a:pt x="2924227" y="654610"/>
                          <a:pt x="2924227" y="146211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2"/>
                      </a:gs>
                      <a:gs pos="5000">
                        <a:schemeClr val="accent2"/>
                      </a:gs>
                      <a:gs pos="34000">
                        <a:schemeClr val="accent1"/>
                      </a:gs>
                      <a:gs pos="64000">
                        <a:schemeClr val="accent3"/>
                      </a:gs>
                      <a:gs pos="90000">
                        <a:schemeClr val="accent4"/>
                      </a:gs>
                      <a:gs pos="100000">
                        <a:schemeClr val="accent4"/>
                      </a:gs>
                    </a:gsLst>
                    <a:lin ang="2700000" scaled="0"/>
                  </a:gradFill>
                  <a:ln>
                    <a:noFill/>
                  </a:ln>
                  <a:effectLst>
                    <a:outerShdw blurRad="190500" sx="99000" rotWithShape="0" algn="t" dir="5400000" dist="63500" sy="99000">
                      <a:srgbClr val="000000">
                        <a:alpha val="20000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300"/>
                      <a:buFont typeface="Arial"/>
                      <a:buNone/>
                    </a:pPr>
                    <a:r>
                      <a:t/>
                    </a:r>
                    <a:endParaRPr b="0" i="0" sz="1300" u="none" cap="none" strike="noStrike">
                      <a:solidFill>
                        <a:schemeClr val="accen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id="150" name="Google Shape;150;p7"/>
                  <p:cNvPicPr preferRelativeResize="0"/>
                  <p:nvPr/>
                </p:nvPicPr>
                <p:blipFill rotWithShape="1">
                  <a:blip r:embed="rId7">
                    <a:alphaModFix/>
                  </a:blip>
                  <a:srcRect b="0" l="0" r="0" t="0"/>
                  <a:stretch/>
                </p:blipFill>
                <p:spPr>
                  <a:xfrm>
                    <a:off x="3393457" y="1506957"/>
                    <a:ext cx="540001" cy="54000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177800" rotWithShape="0" algn="tl" dir="2700000" dist="114300">
                      <a:srgbClr val="000000">
                        <a:alpha val="40000"/>
                      </a:srgbClr>
                    </a:outerShdw>
                  </a:effectLst>
                </p:spPr>
              </p:pic>
            </p:grpSp>
            <p:sp>
              <p:nvSpPr>
                <p:cNvPr id="151" name="Google Shape;151;p7"/>
                <p:cNvSpPr txBox="1"/>
                <p:nvPr/>
              </p:nvSpPr>
              <p:spPr>
                <a:xfrm>
                  <a:off x="1519322" y="1499709"/>
                  <a:ext cx="2451099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LEADS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52" name="Google Shape;152;p7"/>
                <p:cNvSpPr txBox="1"/>
                <p:nvPr/>
              </p:nvSpPr>
              <p:spPr>
                <a:xfrm>
                  <a:off x="1518248" y="1777988"/>
                  <a:ext cx="2500299" cy="4178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BFBFBF"/>
                      </a:solidFill>
                      <a:latin typeface="Poppins"/>
                      <a:ea typeface="Poppins"/>
                      <a:cs typeface="Poppins"/>
                      <a:sym typeface="Poppins"/>
                    </a:rPr>
                    <a:t>The number of users who have shown interest in your product .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53" name="Google Shape;153;p7"/>
              <p:cNvGrpSpPr/>
              <p:nvPr/>
            </p:nvGrpSpPr>
            <p:grpSpPr>
              <a:xfrm>
                <a:off x="8116216" y="1257589"/>
                <a:ext cx="3606227" cy="1132156"/>
                <a:chOff x="460447" y="1317747"/>
                <a:chExt cx="3606227" cy="1132156"/>
              </a:xfrm>
            </p:grpSpPr>
            <p:sp>
              <p:nvSpPr>
                <p:cNvPr id="154" name="Google Shape;154;p7"/>
                <p:cNvSpPr/>
                <p:nvPr/>
              </p:nvSpPr>
              <p:spPr>
                <a:xfrm>
                  <a:off x="460447" y="1317747"/>
                  <a:ext cx="3606227" cy="1132156"/>
                </a:xfrm>
                <a:prstGeom prst="roundRect">
                  <a:avLst>
                    <a:gd fmla="val 12280" name="adj"/>
                  </a:avLst>
                </a:prstGeom>
                <a:solidFill>
                  <a:schemeClr val="accent5"/>
                </a:solidFill>
                <a:ln>
                  <a:noFill/>
                </a:ln>
                <a:effectLst>
                  <a:outerShdw blurRad="190500" sx="99000" rotWithShape="0" algn="t" dir="5400000" dist="63500" sy="99000">
                    <a:srgbClr val="000000">
                      <a:alpha val="2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55" name="Google Shape;155;p7"/>
                <p:cNvGrpSpPr/>
                <p:nvPr/>
              </p:nvGrpSpPr>
              <p:grpSpPr>
                <a:xfrm>
                  <a:off x="665729" y="1509668"/>
                  <a:ext cx="697245" cy="697245"/>
                  <a:chOff x="3105456" y="1218956"/>
                  <a:chExt cx="1116000" cy="1116000"/>
                </a:xfrm>
              </p:grpSpPr>
              <p:sp>
                <p:nvSpPr>
                  <p:cNvPr id="156" name="Google Shape;156;p7"/>
                  <p:cNvSpPr/>
                  <p:nvPr/>
                </p:nvSpPr>
                <p:spPr>
                  <a:xfrm>
                    <a:off x="3105456" y="1218956"/>
                    <a:ext cx="1116000" cy="1116000"/>
                  </a:xfrm>
                  <a:custGeom>
                    <a:rect b="b" l="l" r="r" t="t"/>
                    <a:pathLst>
                      <a:path extrusionOk="0" h="2924226" w="2924226">
                        <a:moveTo>
                          <a:pt x="2924227" y="1462113"/>
                        </a:moveTo>
                        <a:cubicBezTo>
                          <a:pt x="2924227" y="2269616"/>
                          <a:pt x="2269616" y="2924227"/>
                          <a:pt x="1462113" y="2924227"/>
                        </a:cubicBezTo>
                        <a:cubicBezTo>
                          <a:pt x="654609" y="2924227"/>
                          <a:pt x="-1" y="2269616"/>
                          <a:pt x="-1" y="1462113"/>
                        </a:cubicBezTo>
                        <a:cubicBezTo>
                          <a:pt x="-1" y="654610"/>
                          <a:pt x="654609" y="0"/>
                          <a:pt x="1462113" y="0"/>
                        </a:cubicBezTo>
                        <a:cubicBezTo>
                          <a:pt x="2269616" y="0"/>
                          <a:pt x="2924227" y="654610"/>
                          <a:pt x="2924227" y="146211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2"/>
                      </a:gs>
                      <a:gs pos="5000">
                        <a:schemeClr val="accent2"/>
                      </a:gs>
                      <a:gs pos="34000">
                        <a:schemeClr val="accent1"/>
                      </a:gs>
                      <a:gs pos="64000">
                        <a:schemeClr val="accent3"/>
                      </a:gs>
                      <a:gs pos="90000">
                        <a:schemeClr val="accent4"/>
                      </a:gs>
                      <a:gs pos="100000">
                        <a:schemeClr val="accent4"/>
                      </a:gs>
                    </a:gsLst>
                    <a:lin ang="2700000" scaled="0"/>
                  </a:gradFill>
                  <a:ln>
                    <a:noFill/>
                  </a:ln>
                  <a:effectLst>
                    <a:outerShdw blurRad="190500" sx="99000" rotWithShape="0" algn="t" dir="5400000" dist="63500" sy="99000">
                      <a:srgbClr val="000000">
                        <a:alpha val="20000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300"/>
                      <a:buFont typeface="Arial"/>
                      <a:buNone/>
                    </a:pPr>
                    <a:r>
                      <a:t/>
                    </a:r>
                    <a:endParaRPr b="0" i="0" sz="1300" u="none" cap="none" strike="noStrike">
                      <a:solidFill>
                        <a:schemeClr val="accen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id="157" name="Google Shape;157;p7"/>
                  <p:cNvPicPr preferRelativeResize="0"/>
                  <p:nvPr/>
                </p:nvPicPr>
                <p:blipFill rotWithShape="1">
                  <a:blip r:embed="rId8">
                    <a:alphaModFix/>
                  </a:blip>
                  <a:srcRect b="0" l="0" r="0" t="0"/>
                  <a:stretch/>
                </p:blipFill>
                <p:spPr>
                  <a:xfrm>
                    <a:off x="3393457" y="1506957"/>
                    <a:ext cx="540001" cy="54000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177800" rotWithShape="0" algn="tl" dir="2700000" dist="114300">
                      <a:srgbClr val="000000">
                        <a:alpha val="40000"/>
                      </a:srgbClr>
                    </a:outerShdw>
                  </a:effectLst>
                </p:spPr>
              </p:pic>
            </p:grpSp>
            <p:sp>
              <p:nvSpPr>
                <p:cNvPr id="158" name="Google Shape;158;p7"/>
                <p:cNvSpPr txBox="1"/>
                <p:nvPr/>
              </p:nvSpPr>
              <p:spPr>
                <a:xfrm>
                  <a:off x="1519322" y="1499709"/>
                  <a:ext cx="2451099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CPR </a:t>
                  </a:r>
                  <a:r>
                    <a:rPr b="0" i="0" lang="en-US" sz="105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(COST PER RESULT)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59" name="Google Shape;159;p7"/>
                <p:cNvSpPr txBox="1"/>
                <p:nvPr/>
              </p:nvSpPr>
              <p:spPr>
                <a:xfrm>
                  <a:off x="1518248" y="1777988"/>
                  <a:ext cx="2500299" cy="4178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BFBFBF"/>
                      </a:solidFill>
                      <a:latin typeface="Poppins"/>
                      <a:ea typeface="Poppins"/>
                      <a:cs typeface="Poppins"/>
                      <a:sym typeface="Poppins"/>
                    </a:rPr>
                    <a:t>The average cost you paid for each outcome (e.g., conversion, lead, etc.)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160" name="Google Shape;160;p7"/>
            <p:cNvGrpSpPr/>
            <p:nvPr/>
          </p:nvGrpSpPr>
          <p:grpSpPr>
            <a:xfrm>
              <a:off x="460447" y="3905329"/>
              <a:ext cx="11274353" cy="1132156"/>
              <a:chOff x="460447" y="1257589"/>
              <a:chExt cx="11274353" cy="1132156"/>
            </a:xfrm>
          </p:grpSpPr>
          <p:grpSp>
            <p:nvGrpSpPr>
              <p:cNvPr id="161" name="Google Shape;161;p7"/>
              <p:cNvGrpSpPr/>
              <p:nvPr/>
            </p:nvGrpSpPr>
            <p:grpSpPr>
              <a:xfrm>
                <a:off x="460447" y="1257589"/>
                <a:ext cx="3606227" cy="1132156"/>
                <a:chOff x="460447" y="1317747"/>
                <a:chExt cx="3606227" cy="1132156"/>
              </a:xfrm>
            </p:grpSpPr>
            <p:sp>
              <p:nvSpPr>
                <p:cNvPr id="162" name="Google Shape;162;p7"/>
                <p:cNvSpPr/>
                <p:nvPr/>
              </p:nvSpPr>
              <p:spPr>
                <a:xfrm>
                  <a:off x="460447" y="1317747"/>
                  <a:ext cx="3606227" cy="1132156"/>
                </a:xfrm>
                <a:prstGeom prst="roundRect">
                  <a:avLst>
                    <a:gd fmla="val 12280" name="adj"/>
                  </a:avLst>
                </a:prstGeom>
                <a:solidFill>
                  <a:schemeClr val="accent5"/>
                </a:solidFill>
                <a:ln>
                  <a:noFill/>
                </a:ln>
                <a:effectLst>
                  <a:outerShdw blurRad="190500" sx="99000" rotWithShape="0" algn="t" dir="5400000" dist="63500" sy="99000">
                    <a:srgbClr val="000000">
                      <a:alpha val="2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63" name="Google Shape;163;p7"/>
                <p:cNvGrpSpPr/>
                <p:nvPr/>
              </p:nvGrpSpPr>
              <p:grpSpPr>
                <a:xfrm>
                  <a:off x="665729" y="1509668"/>
                  <a:ext cx="697245" cy="697245"/>
                  <a:chOff x="3105456" y="1218956"/>
                  <a:chExt cx="1116000" cy="1116000"/>
                </a:xfrm>
              </p:grpSpPr>
              <p:sp>
                <p:nvSpPr>
                  <p:cNvPr id="164" name="Google Shape;164;p7"/>
                  <p:cNvSpPr/>
                  <p:nvPr/>
                </p:nvSpPr>
                <p:spPr>
                  <a:xfrm>
                    <a:off x="3105456" y="1218956"/>
                    <a:ext cx="1116000" cy="1116000"/>
                  </a:xfrm>
                  <a:custGeom>
                    <a:rect b="b" l="l" r="r" t="t"/>
                    <a:pathLst>
                      <a:path extrusionOk="0" h="2924226" w="2924226">
                        <a:moveTo>
                          <a:pt x="2924227" y="1462113"/>
                        </a:moveTo>
                        <a:cubicBezTo>
                          <a:pt x="2924227" y="2269616"/>
                          <a:pt x="2269616" y="2924227"/>
                          <a:pt x="1462113" y="2924227"/>
                        </a:cubicBezTo>
                        <a:cubicBezTo>
                          <a:pt x="654609" y="2924227"/>
                          <a:pt x="-1" y="2269616"/>
                          <a:pt x="-1" y="1462113"/>
                        </a:cubicBezTo>
                        <a:cubicBezTo>
                          <a:pt x="-1" y="654610"/>
                          <a:pt x="654609" y="0"/>
                          <a:pt x="1462113" y="0"/>
                        </a:cubicBezTo>
                        <a:cubicBezTo>
                          <a:pt x="2269616" y="0"/>
                          <a:pt x="2924227" y="654610"/>
                          <a:pt x="2924227" y="146211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2"/>
                      </a:gs>
                      <a:gs pos="5000">
                        <a:schemeClr val="accent2"/>
                      </a:gs>
                      <a:gs pos="34000">
                        <a:schemeClr val="accent1"/>
                      </a:gs>
                      <a:gs pos="64000">
                        <a:schemeClr val="accent3"/>
                      </a:gs>
                      <a:gs pos="90000">
                        <a:schemeClr val="accent4"/>
                      </a:gs>
                      <a:gs pos="100000">
                        <a:schemeClr val="accent4"/>
                      </a:gs>
                    </a:gsLst>
                    <a:lin ang="2700000" scaled="0"/>
                  </a:gradFill>
                  <a:ln>
                    <a:noFill/>
                  </a:ln>
                  <a:effectLst>
                    <a:outerShdw blurRad="190500" sx="99000" rotWithShape="0" algn="t" dir="5400000" dist="63500" sy="99000">
                      <a:srgbClr val="000000">
                        <a:alpha val="20000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300"/>
                      <a:buFont typeface="Arial"/>
                      <a:buNone/>
                    </a:pPr>
                    <a:r>
                      <a:t/>
                    </a:r>
                    <a:endParaRPr b="0" i="0" sz="1300" u="none" cap="none" strike="noStrike">
                      <a:solidFill>
                        <a:schemeClr val="accen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id="165" name="Google Shape;165;p7"/>
                  <p:cNvPicPr preferRelativeResize="0"/>
                  <p:nvPr/>
                </p:nvPicPr>
                <p:blipFill rotWithShape="1">
                  <a:blip r:embed="rId9">
                    <a:alphaModFix/>
                  </a:blip>
                  <a:srcRect b="0" l="0" r="0" t="0"/>
                  <a:stretch/>
                </p:blipFill>
                <p:spPr>
                  <a:xfrm>
                    <a:off x="3393457" y="1506957"/>
                    <a:ext cx="540001" cy="54000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177800" rotWithShape="0" algn="tl" dir="2700000" dist="114300">
                      <a:srgbClr val="000000">
                        <a:alpha val="40000"/>
                      </a:srgbClr>
                    </a:outerShdw>
                  </a:effectLst>
                </p:spPr>
              </p:pic>
            </p:grpSp>
            <p:sp>
              <p:nvSpPr>
                <p:cNvPr id="166" name="Google Shape;166;p7"/>
                <p:cNvSpPr txBox="1"/>
                <p:nvPr/>
              </p:nvSpPr>
              <p:spPr>
                <a:xfrm>
                  <a:off x="1519322" y="1499709"/>
                  <a:ext cx="2451099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AD FREQUENCY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67" name="Google Shape;167;p7"/>
                <p:cNvSpPr txBox="1"/>
                <p:nvPr/>
              </p:nvSpPr>
              <p:spPr>
                <a:xfrm>
                  <a:off x="1518248" y="1777988"/>
                  <a:ext cx="2500200" cy="3972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BFBFBF"/>
                      </a:solidFill>
                      <a:latin typeface="Poppins"/>
                      <a:ea typeface="Poppins"/>
                      <a:cs typeface="Poppins"/>
                      <a:sym typeface="Poppins"/>
                    </a:rPr>
                    <a:t>The average number of times each person in your reach saw your ad.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68" name="Google Shape;168;p7"/>
              <p:cNvGrpSpPr/>
              <p:nvPr/>
            </p:nvGrpSpPr>
            <p:grpSpPr>
              <a:xfrm>
                <a:off x="4288332" y="1257589"/>
                <a:ext cx="3606227" cy="1132156"/>
                <a:chOff x="460447" y="1317747"/>
                <a:chExt cx="3606227" cy="1132156"/>
              </a:xfrm>
            </p:grpSpPr>
            <p:sp>
              <p:nvSpPr>
                <p:cNvPr id="169" name="Google Shape;169;p7"/>
                <p:cNvSpPr/>
                <p:nvPr/>
              </p:nvSpPr>
              <p:spPr>
                <a:xfrm>
                  <a:off x="460447" y="1317747"/>
                  <a:ext cx="3606227" cy="1132156"/>
                </a:xfrm>
                <a:prstGeom prst="roundRect">
                  <a:avLst>
                    <a:gd fmla="val 12280" name="adj"/>
                  </a:avLst>
                </a:prstGeom>
                <a:solidFill>
                  <a:schemeClr val="accent5"/>
                </a:solidFill>
                <a:ln>
                  <a:noFill/>
                </a:ln>
                <a:effectLst>
                  <a:outerShdw blurRad="190500" sx="99000" rotWithShape="0" algn="t" dir="5400000" dist="63500" sy="99000">
                    <a:srgbClr val="000000">
                      <a:alpha val="2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70" name="Google Shape;170;p7"/>
                <p:cNvGrpSpPr/>
                <p:nvPr/>
              </p:nvGrpSpPr>
              <p:grpSpPr>
                <a:xfrm>
                  <a:off x="665729" y="1509668"/>
                  <a:ext cx="697245" cy="697245"/>
                  <a:chOff x="3105456" y="1218956"/>
                  <a:chExt cx="1116000" cy="1116000"/>
                </a:xfrm>
              </p:grpSpPr>
              <p:sp>
                <p:nvSpPr>
                  <p:cNvPr id="171" name="Google Shape;171;p7"/>
                  <p:cNvSpPr/>
                  <p:nvPr/>
                </p:nvSpPr>
                <p:spPr>
                  <a:xfrm>
                    <a:off x="3105456" y="1218956"/>
                    <a:ext cx="1116000" cy="1116000"/>
                  </a:xfrm>
                  <a:custGeom>
                    <a:rect b="b" l="l" r="r" t="t"/>
                    <a:pathLst>
                      <a:path extrusionOk="0" h="2924226" w="2924226">
                        <a:moveTo>
                          <a:pt x="2924227" y="1462113"/>
                        </a:moveTo>
                        <a:cubicBezTo>
                          <a:pt x="2924227" y="2269616"/>
                          <a:pt x="2269616" y="2924227"/>
                          <a:pt x="1462113" y="2924227"/>
                        </a:cubicBezTo>
                        <a:cubicBezTo>
                          <a:pt x="654609" y="2924227"/>
                          <a:pt x="-1" y="2269616"/>
                          <a:pt x="-1" y="1462113"/>
                        </a:cubicBezTo>
                        <a:cubicBezTo>
                          <a:pt x="-1" y="654610"/>
                          <a:pt x="654609" y="0"/>
                          <a:pt x="1462113" y="0"/>
                        </a:cubicBezTo>
                        <a:cubicBezTo>
                          <a:pt x="2269616" y="0"/>
                          <a:pt x="2924227" y="654610"/>
                          <a:pt x="2924227" y="146211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2"/>
                      </a:gs>
                      <a:gs pos="5000">
                        <a:schemeClr val="accent2"/>
                      </a:gs>
                      <a:gs pos="34000">
                        <a:schemeClr val="accent1"/>
                      </a:gs>
                      <a:gs pos="64000">
                        <a:schemeClr val="accent3"/>
                      </a:gs>
                      <a:gs pos="90000">
                        <a:schemeClr val="accent4"/>
                      </a:gs>
                      <a:gs pos="100000">
                        <a:schemeClr val="accent4"/>
                      </a:gs>
                    </a:gsLst>
                    <a:lin ang="2700000" scaled="0"/>
                  </a:gradFill>
                  <a:ln>
                    <a:noFill/>
                  </a:ln>
                  <a:effectLst>
                    <a:outerShdw blurRad="190500" sx="99000" rotWithShape="0" algn="t" dir="5400000" dist="63500" sy="99000">
                      <a:srgbClr val="000000">
                        <a:alpha val="20000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300"/>
                      <a:buFont typeface="Arial"/>
                      <a:buNone/>
                    </a:pPr>
                    <a:r>
                      <a:t/>
                    </a:r>
                    <a:endParaRPr b="0" i="0" sz="1300" u="none" cap="none" strike="noStrike">
                      <a:solidFill>
                        <a:schemeClr val="accen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id="172" name="Google Shape;172;p7"/>
                  <p:cNvPicPr preferRelativeResize="0"/>
                  <p:nvPr/>
                </p:nvPicPr>
                <p:blipFill rotWithShape="1">
                  <a:blip r:embed="rId10">
                    <a:alphaModFix/>
                  </a:blip>
                  <a:srcRect b="0" l="0" r="0" t="0"/>
                  <a:stretch/>
                </p:blipFill>
                <p:spPr>
                  <a:xfrm>
                    <a:off x="3393457" y="1506957"/>
                    <a:ext cx="540001" cy="54000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177800" rotWithShape="0" algn="tl" dir="2700000" dist="114300">
                      <a:srgbClr val="000000">
                        <a:alpha val="40000"/>
                      </a:srgbClr>
                    </a:outerShdw>
                  </a:effectLst>
                </p:spPr>
              </p:pic>
            </p:grpSp>
            <p:sp>
              <p:nvSpPr>
                <p:cNvPr id="173" name="Google Shape;173;p7"/>
                <p:cNvSpPr txBox="1"/>
                <p:nvPr/>
              </p:nvSpPr>
              <p:spPr>
                <a:xfrm>
                  <a:off x="1519322" y="1499709"/>
                  <a:ext cx="2451099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CPC </a:t>
                  </a:r>
                  <a:r>
                    <a:rPr b="0" i="0" lang="en-US" sz="105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(COST PER CLICK)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4" name="Google Shape;174;p7"/>
                <p:cNvSpPr txBox="1"/>
                <p:nvPr/>
              </p:nvSpPr>
              <p:spPr>
                <a:xfrm>
                  <a:off x="1518248" y="1777988"/>
                  <a:ext cx="2500299" cy="4178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BFBFBF"/>
                      </a:solidFill>
                      <a:latin typeface="Poppins"/>
                      <a:ea typeface="Poppins"/>
                      <a:cs typeface="Poppins"/>
                      <a:sym typeface="Poppins"/>
                    </a:rPr>
                    <a:t>The average cost you paid for each click on your ad.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75" name="Google Shape;175;p7"/>
              <p:cNvGrpSpPr/>
              <p:nvPr/>
            </p:nvGrpSpPr>
            <p:grpSpPr>
              <a:xfrm>
                <a:off x="8116216" y="1257589"/>
                <a:ext cx="3618584" cy="1132156"/>
                <a:chOff x="460447" y="1317747"/>
                <a:chExt cx="3618584" cy="1132156"/>
              </a:xfrm>
            </p:grpSpPr>
            <p:sp>
              <p:nvSpPr>
                <p:cNvPr id="176" name="Google Shape;176;p7"/>
                <p:cNvSpPr/>
                <p:nvPr/>
              </p:nvSpPr>
              <p:spPr>
                <a:xfrm>
                  <a:off x="460447" y="1317747"/>
                  <a:ext cx="3606227" cy="1132156"/>
                </a:xfrm>
                <a:prstGeom prst="roundRect">
                  <a:avLst>
                    <a:gd fmla="val 12280" name="adj"/>
                  </a:avLst>
                </a:prstGeom>
                <a:solidFill>
                  <a:schemeClr val="accent5"/>
                </a:solidFill>
                <a:ln>
                  <a:noFill/>
                </a:ln>
                <a:effectLst>
                  <a:outerShdw blurRad="190500" sx="99000" rotWithShape="0" algn="t" dir="5400000" dist="63500" sy="99000">
                    <a:srgbClr val="000000">
                      <a:alpha val="2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77" name="Google Shape;177;p7"/>
                <p:cNvGrpSpPr/>
                <p:nvPr/>
              </p:nvGrpSpPr>
              <p:grpSpPr>
                <a:xfrm>
                  <a:off x="665729" y="1509668"/>
                  <a:ext cx="697245" cy="697245"/>
                  <a:chOff x="3105456" y="1218956"/>
                  <a:chExt cx="1116000" cy="1116000"/>
                </a:xfrm>
              </p:grpSpPr>
              <p:sp>
                <p:nvSpPr>
                  <p:cNvPr id="178" name="Google Shape;178;p7"/>
                  <p:cNvSpPr/>
                  <p:nvPr/>
                </p:nvSpPr>
                <p:spPr>
                  <a:xfrm>
                    <a:off x="3105456" y="1218956"/>
                    <a:ext cx="1116000" cy="1116000"/>
                  </a:xfrm>
                  <a:custGeom>
                    <a:rect b="b" l="l" r="r" t="t"/>
                    <a:pathLst>
                      <a:path extrusionOk="0" h="2924226" w="2924226">
                        <a:moveTo>
                          <a:pt x="2924227" y="1462113"/>
                        </a:moveTo>
                        <a:cubicBezTo>
                          <a:pt x="2924227" y="2269616"/>
                          <a:pt x="2269616" y="2924227"/>
                          <a:pt x="1462113" y="2924227"/>
                        </a:cubicBezTo>
                        <a:cubicBezTo>
                          <a:pt x="654609" y="2924227"/>
                          <a:pt x="-1" y="2269616"/>
                          <a:pt x="-1" y="1462113"/>
                        </a:cubicBezTo>
                        <a:cubicBezTo>
                          <a:pt x="-1" y="654610"/>
                          <a:pt x="654609" y="0"/>
                          <a:pt x="1462113" y="0"/>
                        </a:cubicBezTo>
                        <a:cubicBezTo>
                          <a:pt x="2269616" y="0"/>
                          <a:pt x="2924227" y="654610"/>
                          <a:pt x="2924227" y="146211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2"/>
                      </a:gs>
                      <a:gs pos="5000">
                        <a:schemeClr val="accent2"/>
                      </a:gs>
                      <a:gs pos="34000">
                        <a:schemeClr val="accent1"/>
                      </a:gs>
                      <a:gs pos="64000">
                        <a:schemeClr val="accent3"/>
                      </a:gs>
                      <a:gs pos="90000">
                        <a:schemeClr val="accent4"/>
                      </a:gs>
                      <a:gs pos="100000">
                        <a:schemeClr val="accent4"/>
                      </a:gs>
                    </a:gsLst>
                    <a:lin ang="2700000" scaled="0"/>
                  </a:gradFill>
                  <a:ln>
                    <a:noFill/>
                  </a:ln>
                  <a:effectLst>
                    <a:outerShdw blurRad="190500" sx="99000" rotWithShape="0" algn="t" dir="5400000" dist="63500" sy="99000">
                      <a:srgbClr val="000000">
                        <a:alpha val="20000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300"/>
                      <a:buFont typeface="Arial"/>
                      <a:buNone/>
                    </a:pPr>
                    <a:r>
                      <a:t/>
                    </a:r>
                    <a:endParaRPr b="0" i="0" sz="1300" u="none" cap="none" strike="noStrike">
                      <a:solidFill>
                        <a:schemeClr val="accen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id="179" name="Google Shape;179;p7"/>
                  <p:cNvPicPr preferRelativeResize="0"/>
                  <p:nvPr/>
                </p:nvPicPr>
                <p:blipFill rotWithShape="1">
                  <a:blip r:embed="rId11">
                    <a:alphaModFix/>
                  </a:blip>
                  <a:srcRect b="0" l="0" r="0" t="0"/>
                  <a:stretch/>
                </p:blipFill>
                <p:spPr>
                  <a:xfrm>
                    <a:off x="3393457" y="1506957"/>
                    <a:ext cx="540001" cy="54000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177800" rotWithShape="0" algn="tl" dir="2700000" dist="114300">
                      <a:srgbClr val="000000">
                        <a:alpha val="40000"/>
                      </a:srgbClr>
                    </a:outerShdw>
                  </a:effectLst>
                </p:spPr>
              </p:pic>
            </p:grpSp>
            <p:sp>
              <p:nvSpPr>
                <p:cNvPr id="180" name="Google Shape;180;p7"/>
                <p:cNvSpPr txBox="1"/>
                <p:nvPr/>
              </p:nvSpPr>
              <p:spPr>
                <a:xfrm>
                  <a:off x="1519322" y="1499709"/>
                  <a:ext cx="2451099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LEARNING PHASE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81" name="Google Shape;181;p7"/>
                <p:cNvSpPr txBox="1"/>
                <p:nvPr/>
              </p:nvSpPr>
              <p:spPr>
                <a:xfrm>
                  <a:off x="1518248" y="1777988"/>
                  <a:ext cx="2560783" cy="58400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BFBFBF"/>
                      </a:solidFill>
                      <a:latin typeface="Poppins"/>
                      <a:ea typeface="Poppins"/>
                      <a:cs typeface="Poppins"/>
                      <a:sym typeface="Poppins"/>
                    </a:rPr>
                    <a:t>The period during which Facebook's algorithm is learning the best ways to  achieve your campaign objective.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182" name="Google Shape;182;p7"/>
            <p:cNvGrpSpPr/>
            <p:nvPr/>
          </p:nvGrpSpPr>
          <p:grpSpPr>
            <a:xfrm>
              <a:off x="460447" y="5229200"/>
              <a:ext cx="11261996" cy="1132156"/>
              <a:chOff x="460447" y="1257589"/>
              <a:chExt cx="11261996" cy="1132156"/>
            </a:xfrm>
          </p:grpSpPr>
          <p:grpSp>
            <p:nvGrpSpPr>
              <p:cNvPr id="183" name="Google Shape;183;p7"/>
              <p:cNvGrpSpPr/>
              <p:nvPr/>
            </p:nvGrpSpPr>
            <p:grpSpPr>
              <a:xfrm>
                <a:off x="460447" y="1257589"/>
                <a:ext cx="3606227" cy="1132156"/>
                <a:chOff x="460447" y="1317747"/>
                <a:chExt cx="3606227" cy="1132156"/>
              </a:xfrm>
            </p:grpSpPr>
            <p:sp>
              <p:nvSpPr>
                <p:cNvPr id="184" name="Google Shape;184;p7"/>
                <p:cNvSpPr/>
                <p:nvPr/>
              </p:nvSpPr>
              <p:spPr>
                <a:xfrm>
                  <a:off x="460447" y="1317747"/>
                  <a:ext cx="3606227" cy="1132156"/>
                </a:xfrm>
                <a:prstGeom prst="roundRect">
                  <a:avLst>
                    <a:gd fmla="val 12280" name="adj"/>
                  </a:avLst>
                </a:prstGeom>
                <a:solidFill>
                  <a:schemeClr val="accent5"/>
                </a:solidFill>
                <a:ln>
                  <a:noFill/>
                </a:ln>
                <a:effectLst>
                  <a:outerShdw blurRad="190500" sx="99000" rotWithShape="0" algn="t" dir="5400000" dist="63500" sy="99000">
                    <a:srgbClr val="000000">
                      <a:alpha val="2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85" name="Google Shape;185;p7"/>
                <p:cNvGrpSpPr/>
                <p:nvPr/>
              </p:nvGrpSpPr>
              <p:grpSpPr>
                <a:xfrm>
                  <a:off x="665729" y="1509668"/>
                  <a:ext cx="697245" cy="697245"/>
                  <a:chOff x="3105456" y="1218956"/>
                  <a:chExt cx="1116000" cy="1116000"/>
                </a:xfrm>
              </p:grpSpPr>
              <p:sp>
                <p:nvSpPr>
                  <p:cNvPr id="186" name="Google Shape;186;p7"/>
                  <p:cNvSpPr/>
                  <p:nvPr/>
                </p:nvSpPr>
                <p:spPr>
                  <a:xfrm>
                    <a:off x="3105456" y="1218956"/>
                    <a:ext cx="1116000" cy="1116000"/>
                  </a:xfrm>
                  <a:custGeom>
                    <a:rect b="b" l="l" r="r" t="t"/>
                    <a:pathLst>
                      <a:path extrusionOk="0" h="2924226" w="2924226">
                        <a:moveTo>
                          <a:pt x="2924227" y="1462113"/>
                        </a:moveTo>
                        <a:cubicBezTo>
                          <a:pt x="2924227" y="2269616"/>
                          <a:pt x="2269616" y="2924227"/>
                          <a:pt x="1462113" y="2924227"/>
                        </a:cubicBezTo>
                        <a:cubicBezTo>
                          <a:pt x="654609" y="2924227"/>
                          <a:pt x="-1" y="2269616"/>
                          <a:pt x="-1" y="1462113"/>
                        </a:cubicBezTo>
                        <a:cubicBezTo>
                          <a:pt x="-1" y="654610"/>
                          <a:pt x="654609" y="0"/>
                          <a:pt x="1462113" y="0"/>
                        </a:cubicBezTo>
                        <a:cubicBezTo>
                          <a:pt x="2269616" y="0"/>
                          <a:pt x="2924227" y="654610"/>
                          <a:pt x="2924227" y="146211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2"/>
                      </a:gs>
                      <a:gs pos="5000">
                        <a:schemeClr val="accent2"/>
                      </a:gs>
                      <a:gs pos="34000">
                        <a:schemeClr val="accent1"/>
                      </a:gs>
                      <a:gs pos="64000">
                        <a:schemeClr val="accent3"/>
                      </a:gs>
                      <a:gs pos="90000">
                        <a:schemeClr val="accent4"/>
                      </a:gs>
                      <a:gs pos="100000">
                        <a:schemeClr val="accent4"/>
                      </a:gs>
                    </a:gsLst>
                    <a:lin ang="2700000" scaled="0"/>
                  </a:gradFill>
                  <a:ln>
                    <a:noFill/>
                  </a:ln>
                  <a:effectLst>
                    <a:outerShdw blurRad="190500" sx="99000" rotWithShape="0" algn="t" dir="5400000" dist="63500" sy="99000">
                      <a:srgbClr val="000000">
                        <a:alpha val="20000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300"/>
                      <a:buFont typeface="Arial"/>
                      <a:buNone/>
                    </a:pPr>
                    <a:r>
                      <a:t/>
                    </a:r>
                    <a:endParaRPr b="0" i="0" sz="1300" u="none" cap="none" strike="noStrike">
                      <a:solidFill>
                        <a:schemeClr val="accen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id="187" name="Google Shape;187;p7"/>
                  <p:cNvPicPr preferRelativeResize="0"/>
                  <p:nvPr/>
                </p:nvPicPr>
                <p:blipFill rotWithShape="1">
                  <a:blip r:embed="rId12">
                    <a:alphaModFix/>
                  </a:blip>
                  <a:srcRect b="0" l="0" r="0" t="0"/>
                  <a:stretch/>
                </p:blipFill>
                <p:spPr>
                  <a:xfrm>
                    <a:off x="3393457" y="1506957"/>
                    <a:ext cx="540001" cy="54000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177800" rotWithShape="0" algn="tl" dir="2700000" dist="114300">
                      <a:srgbClr val="000000">
                        <a:alpha val="40000"/>
                      </a:srgbClr>
                    </a:outerShdw>
                  </a:effectLst>
                </p:spPr>
              </p:pic>
            </p:grpSp>
            <p:sp>
              <p:nvSpPr>
                <p:cNvPr id="188" name="Google Shape;188;p7"/>
                <p:cNvSpPr txBox="1"/>
                <p:nvPr/>
              </p:nvSpPr>
              <p:spPr>
                <a:xfrm>
                  <a:off x="1519322" y="1499709"/>
                  <a:ext cx="2451099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CTR </a:t>
                  </a:r>
                  <a:r>
                    <a:rPr b="0" i="0" lang="en-US" sz="105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(CLICK-THROUGH RATE)</a:t>
                  </a:r>
                  <a:endParaRPr b="0" i="0" sz="1400" u="none" cap="none" strike="noStrike">
                    <a:solidFill>
                      <a:schemeClr val="lt1"/>
                    </a:solidFill>
                    <a:latin typeface="Poppins Medium"/>
                    <a:ea typeface="Poppins Medium"/>
                    <a:cs typeface="Poppins Medium"/>
                    <a:sym typeface="Poppins Medium"/>
                  </a:endParaRPr>
                </a:p>
              </p:txBody>
            </p:sp>
            <p:sp>
              <p:nvSpPr>
                <p:cNvPr id="189" name="Google Shape;189;p7"/>
                <p:cNvSpPr txBox="1"/>
                <p:nvPr/>
              </p:nvSpPr>
              <p:spPr>
                <a:xfrm>
                  <a:off x="1518248" y="1777988"/>
                  <a:ext cx="2500299" cy="4178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BFBFBF"/>
                      </a:solidFill>
                      <a:latin typeface="Poppins"/>
                      <a:ea typeface="Poppins"/>
                      <a:cs typeface="Poppins"/>
                      <a:sym typeface="Poppins"/>
                    </a:rPr>
                    <a:t>The percentage of people who saw your ad and performed a click on it.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90" name="Google Shape;190;p7"/>
              <p:cNvGrpSpPr/>
              <p:nvPr/>
            </p:nvGrpSpPr>
            <p:grpSpPr>
              <a:xfrm>
                <a:off x="4288332" y="1257589"/>
                <a:ext cx="3606227" cy="1132156"/>
                <a:chOff x="460447" y="1317747"/>
                <a:chExt cx="3606227" cy="1132156"/>
              </a:xfrm>
            </p:grpSpPr>
            <p:sp>
              <p:nvSpPr>
                <p:cNvPr id="191" name="Google Shape;191;p7"/>
                <p:cNvSpPr/>
                <p:nvPr/>
              </p:nvSpPr>
              <p:spPr>
                <a:xfrm>
                  <a:off x="460447" y="1317747"/>
                  <a:ext cx="3606227" cy="1132156"/>
                </a:xfrm>
                <a:prstGeom prst="roundRect">
                  <a:avLst>
                    <a:gd fmla="val 12280" name="adj"/>
                  </a:avLst>
                </a:prstGeom>
                <a:solidFill>
                  <a:schemeClr val="accent5"/>
                </a:solidFill>
                <a:ln>
                  <a:noFill/>
                </a:ln>
                <a:effectLst>
                  <a:outerShdw blurRad="190500" sx="99000" rotWithShape="0" algn="t" dir="5400000" dist="63500" sy="99000">
                    <a:srgbClr val="000000">
                      <a:alpha val="2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92" name="Google Shape;192;p7"/>
                <p:cNvGrpSpPr/>
                <p:nvPr/>
              </p:nvGrpSpPr>
              <p:grpSpPr>
                <a:xfrm>
                  <a:off x="665729" y="1509668"/>
                  <a:ext cx="697245" cy="697245"/>
                  <a:chOff x="3105456" y="1218956"/>
                  <a:chExt cx="1116000" cy="1116000"/>
                </a:xfrm>
              </p:grpSpPr>
              <p:sp>
                <p:nvSpPr>
                  <p:cNvPr id="193" name="Google Shape;193;p7"/>
                  <p:cNvSpPr/>
                  <p:nvPr/>
                </p:nvSpPr>
                <p:spPr>
                  <a:xfrm>
                    <a:off x="3105456" y="1218956"/>
                    <a:ext cx="1116000" cy="1116000"/>
                  </a:xfrm>
                  <a:custGeom>
                    <a:rect b="b" l="l" r="r" t="t"/>
                    <a:pathLst>
                      <a:path extrusionOk="0" h="2924226" w="2924226">
                        <a:moveTo>
                          <a:pt x="2924227" y="1462113"/>
                        </a:moveTo>
                        <a:cubicBezTo>
                          <a:pt x="2924227" y="2269616"/>
                          <a:pt x="2269616" y="2924227"/>
                          <a:pt x="1462113" y="2924227"/>
                        </a:cubicBezTo>
                        <a:cubicBezTo>
                          <a:pt x="654609" y="2924227"/>
                          <a:pt x="-1" y="2269616"/>
                          <a:pt x="-1" y="1462113"/>
                        </a:cubicBezTo>
                        <a:cubicBezTo>
                          <a:pt x="-1" y="654610"/>
                          <a:pt x="654609" y="0"/>
                          <a:pt x="1462113" y="0"/>
                        </a:cubicBezTo>
                        <a:cubicBezTo>
                          <a:pt x="2269616" y="0"/>
                          <a:pt x="2924227" y="654610"/>
                          <a:pt x="2924227" y="146211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2"/>
                      </a:gs>
                      <a:gs pos="5000">
                        <a:schemeClr val="accent2"/>
                      </a:gs>
                      <a:gs pos="34000">
                        <a:schemeClr val="accent1"/>
                      </a:gs>
                      <a:gs pos="64000">
                        <a:schemeClr val="accent3"/>
                      </a:gs>
                      <a:gs pos="90000">
                        <a:schemeClr val="accent4"/>
                      </a:gs>
                      <a:gs pos="100000">
                        <a:schemeClr val="accent4"/>
                      </a:gs>
                    </a:gsLst>
                    <a:lin ang="2700000" scaled="0"/>
                  </a:gradFill>
                  <a:ln>
                    <a:noFill/>
                  </a:ln>
                  <a:effectLst>
                    <a:outerShdw blurRad="190500" sx="99000" rotWithShape="0" algn="t" dir="5400000" dist="63500" sy="99000">
                      <a:srgbClr val="000000">
                        <a:alpha val="20000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300"/>
                      <a:buFont typeface="Arial"/>
                      <a:buNone/>
                    </a:pPr>
                    <a:r>
                      <a:t/>
                    </a:r>
                    <a:endParaRPr b="0" i="0" sz="1300" u="none" cap="none" strike="noStrike">
                      <a:solidFill>
                        <a:schemeClr val="accen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id="194" name="Google Shape;194;p7"/>
                  <p:cNvPicPr preferRelativeResize="0"/>
                  <p:nvPr/>
                </p:nvPicPr>
                <p:blipFill rotWithShape="1">
                  <a:blip r:embed="rId13">
                    <a:alphaModFix/>
                  </a:blip>
                  <a:srcRect b="0" l="0" r="0" t="0"/>
                  <a:stretch/>
                </p:blipFill>
                <p:spPr>
                  <a:xfrm>
                    <a:off x="3393457" y="1506957"/>
                    <a:ext cx="540001" cy="54000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177800" rotWithShape="0" algn="tl" dir="2700000" dist="114300">
                      <a:srgbClr val="000000">
                        <a:alpha val="40000"/>
                      </a:srgbClr>
                    </a:outerShdw>
                  </a:effectLst>
                </p:spPr>
              </p:pic>
            </p:grpSp>
            <p:sp>
              <p:nvSpPr>
                <p:cNvPr id="195" name="Google Shape;195;p7"/>
                <p:cNvSpPr txBox="1"/>
                <p:nvPr/>
              </p:nvSpPr>
              <p:spPr>
                <a:xfrm>
                  <a:off x="1519322" y="1499709"/>
                  <a:ext cx="2451099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CPM </a:t>
                  </a:r>
                  <a:r>
                    <a:rPr b="0" i="0" lang="en-US" sz="105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(COST PER MILLE)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96" name="Google Shape;196;p7"/>
                <p:cNvSpPr txBox="1"/>
                <p:nvPr/>
              </p:nvSpPr>
              <p:spPr>
                <a:xfrm>
                  <a:off x="1518248" y="1777988"/>
                  <a:ext cx="2500299" cy="4178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BFBFBF"/>
                      </a:solidFill>
                      <a:latin typeface="Poppins"/>
                      <a:ea typeface="Poppins"/>
                      <a:cs typeface="Poppins"/>
                      <a:sym typeface="Poppins"/>
                    </a:rPr>
                    <a:t>The cost you paid for a thousand impressions of your ad.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97" name="Google Shape;197;p7"/>
              <p:cNvGrpSpPr/>
              <p:nvPr/>
            </p:nvGrpSpPr>
            <p:grpSpPr>
              <a:xfrm>
                <a:off x="8116216" y="1257589"/>
                <a:ext cx="3606227" cy="1132156"/>
                <a:chOff x="460447" y="1317747"/>
                <a:chExt cx="3606227" cy="1132156"/>
              </a:xfrm>
            </p:grpSpPr>
            <p:sp>
              <p:nvSpPr>
                <p:cNvPr id="198" name="Google Shape;198;p7"/>
                <p:cNvSpPr/>
                <p:nvPr/>
              </p:nvSpPr>
              <p:spPr>
                <a:xfrm>
                  <a:off x="460447" y="1317747"/>
                  <a:ext cx="3606227" cy="1132156"/>
                </a:xfrm>
                <a:prstGeom prst="roundRect">
                  <a:avLst>
                    <a:gd fmla="val 12280" name="adj"/>
                  </a:avLst>
                </a:prstGeom>
                <a:solidFill>
                  <a:schemeClr val="accent5"/>
                </a:solidFill>
                <a:ln>
                  <a:noFill/>
                </a:ln>
                <a:effectLst>
                  <a:outerShdw blurRad="190500" sx="99000" rotWithShape="0" algn="t" dir="5400000" dist="63500" sy="99000">
                    <a:srgbClr val="000000">
                      <a:alpha val="2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99" name="Google Shape;199;p7"/>
                <p:cNvGrpSpPr/>
                <p:nvPr/>
              </p:nvGrpSpPr>
              <p:grpSpPr>
                <a:xfrm>
                  <a:off x="665729" y="1509668"/>
                  <a:ext cx="697245" cy="697245"/>
                  <a:chOff x="3105456" y="1218956"/>
                  <a:chExt cx="1116000" cy="1116000"/>
                </a:xfrm>
              </p:grpSpPr>
              <p:sp>
                <p:nvSpPr>
                  <p:cNvPr id="200" name="Google Shape;200;p7"/>
                  <p:cNvSpPr/>
                  <p:nvPr/>
                </p:nvSpPr>
                <p:spPr>
                  <a:xfrm>
                    <a:off x="3105456" y="1218956"/>
                    <a:ext cx="1116000" cy="1116000"/>
                  </a:xfrm>
                  <a:custGeom>
                    <a:rect b="b" l="l" r="r" t="t"/>
                    <a:pathLst>
                      <a:path extrusionOk="0" h="2924226" w="2924226">
                        <a:moveTo>
                          <a:pt x="2924227" y="1462113"/>
                        </a:moveTo>
                        <a:cubicBezTo>
                          <a:pt x="2924227" y="2269616"/>
                          <a:pt x="2269616" y="2924227"/>
                          <a:pt x="1462113" y="2924227"/>
                        </a:cubicBezTo>
                        <a:cubicBezTo>
                          <a:pt x="654609" y="2924227"/>
                          <a:pt x="-1" y="2269616"/>
                          <a:pt x="-1" y="1462113"/>
                        </a:cubicBezTo>
                        <a:cubicBezTo>
                          <a:pt x="-1" y="654610"/>
                          <a:pt x="654609" y="0"/>
                          <a:pt x="1462113" y="0"/>
                        </a:cubicBezTo>
                        <a:cubicBezTo>
                          <a:pt x="2269616" y="0"/>
                          <a:pt x="2924227" y="654610"/>
                          <a:pt x="2924227" y="146211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2"/>
                      </a:gs>
                      <a:gs pos="5000">
                        <a:schemeClr val="accent2"/>
                      </a:gs>
                      <a:gs pos="34000">
                        <a:schemeClr val="accent1"/>
                      </a:gs>
                      <a:gs pos="64000">
                        <a:schemeClr val="accent3"/>
                      </a:gs>
                      <a:gs pos="90000">
                        <a:schemeClr val="accent4"/>
                      </a:gs>
                      <a:gs pos="100000">
                        <a:schemeClr val="accent4"/>
                      </a:gs>
                    </a:gsLst>
                    <a:lin ang="2700000" scaled="0"/>
                  </a:gradFill>
                  <a:ln>
                    <a:noFill/>
                  </a:ln>
                  <a:effectLst>
                    <a:outerShdw blurRad="190500" sx="99000" rotWithShape="0" algn="t" dir="5400000" dist="63500" sy="99000">
                      <a:srgbClr val="000000">
                        <a:alpha val="20000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300"/>
                      <a:buFont typeface="Arial"/>
                      <a:buNone/>
                    </a:pPr>
                    <a:r>
                      <a:t/>
                    </a:r>
                    <a:endParaRPr b="0" i="0" sz="1300" u="none" cap="none" strike="noStrike">
                      <a:solidFill>
                        <a:schemeClr val="accen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id="201" name="Google Shape;201;p7"/>
                  <p:cNvPicPr preferRelativeResize="0"/>
                  <p:nvPr/>
                </p:nvPicPr>
                <p:blipFill rotWithShape="1">
                  <a:blip r:embed="rId14">
                    <a:alphaModFix/>
                  </a:blip>
                  <a:srcRect b="0" l="0" r="0" t="0"/>
                  <a:stretch/>
                </p:blipFill>
                <p:spPr>
                  <a:xfrm>
                    <a:off x="3393457" y="1506957"/>
                    <a:ext cx="540001" cy="54000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177800" rotWithShape="0" algn="tl" dir="2700000" dist="114300">
                      <a:srgbClr val="000000">
                        <a:alpha val="40000"/>
                      </a:srgbClr>
                    </a:outerShdw>
                  </a:effectLst>
                </p:spPr>
              </p:pic>
            </p:grpSp>
            <p:sp>
              <p:nvSpPr>
                <p:cNvPr id="202" name="Google Shape;202;p7"/>
                <p:cNvSpPr txBox="1"/>
                <p:nvPr/>
              </p:nvSpPr>
              <p:spPr>
                <a:xfrm>
                  <a:off x="1519322" y="1499709"/>
                  <a:ext cx="2451099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CONVERSIONS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3" name="Google Shape;203;p7"/>
                <p:cNvSpPr txBox="1"/>
                <p:nvPr/>
              </p:nvSpPr>
              <p:spPr>
                <a:xfrm>
                  <a:off x="1518248" y="1777988"/>
                  <a:ext cx="2500299" cy="4178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BFBFBF"/>
                      </a:solidFill>
                      <a:latin typeface="Poppins"/>
                      <a:ea typeface="Poppins"/>
                      <a:cs typeface="Poppins"/>
                      <a:sym typeface="Poppins"/>
                    </a:rPr>
                    <a:t>The number of users who have completed a desired action.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XoomGrahpic 2">
      <a:dk1>
        <a:srgbClr val="000000"/>
      </a:dk1>
      <a:lt1>
        <a:srgbClr val="FFFFFF"/>
      </a:lt1>
      <a:dk2>
        <a:srgbClr val="2D3847"/>
      </a:dk2>
      <a:lt2>
        <a:srgbClr val="E7E6E6"/>
      </a:lt2>
      <a:accent1>
        <a:srgbClr val="FF3200"/>
      </a:accent1>
      <a:accent2>
        <a:srgbClr val="FFB300"/>
      </a:accent2>
      <a:accent3>
        <a:srgbClr val="DA32D0"/>
      </a:accent3>
      <a:accent4>
        <a:srgbClr val="016ED9"/>
      </a:accent4>
      <a:accent5>
        <a:srgbClr val="3D2818"/>
      </a:accent5>
      <a:accent6>
        <a:srgbClr val="281A0F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