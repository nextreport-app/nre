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015135" y="472750"/>
            <a:ext cx="5834743" cy="5834743"/>
          </a:xfrm>
          <a:prstGeom prst="ellipse">
            <a:avLst/>
          </a:prstGeom>
          <a:gradFill>
            <a:gsLst>
              <a:gs pos="0">
                <a:srgbClr val="1B2C67"/>
              </a:gs>
              <a:gs pos="5000">
                <a:srgbClr val="1B2C67"/>
              </a:gs>
              <a:gs pos="100000">
                <a:srgbClr val="016ED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Google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Analytics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{{REPORT_TITLE}}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0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533973"/>
            <a:ext cx="53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966972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892000" y="6119872"/>
            <a:ext cx="600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A0D2A0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892000" y="6420192"/>
            <a:ext cx="60000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0B9D2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" name="Google Shape;79;p5"/>
          <p:cNvSpPr/>
          <p:nvPr/>
        </p:nvSpPr>
        <p:spPr>
          <a:xfrm>
            <a:off x="3593639" y="5145377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4" name="Google Shape;80;p5"/>
          <p:cNvGrpSpPr/>
          <p:nvPr/>
        </p:nvGrpSpPr>
        <p:grpSpPr>
          <a:xfrm>
            <a:off x="3714017" y="5302505"/>
            <a:ext cx="717528" cy="717528"/>
            <a:chOff x="3105456" y="1218956"/>
            <a:chExt cx="1118516" cy="1118516"/>
          </a:xfrm>
        </p:grpSpPr>
        <p:sp>
          <p:nvSpPr>
            <p:cNvPr id="105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06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107" name="Google Shape;83;p5"/>
          <p:cNvGrpSpPr/>
          <p:nvPr/>
        </p:nvGrpSpPr>
        <p:grpSpPr>
          <a:xfrm>
            <a:off x="4655379" y="5329696"/>
            <a:ext cx="1834048" cy="683137"/>
            <a:chOff x="1112490" y="1363887"/>
            <a:chExt cx="1485300" cy="553237"/>
          </a:xfrm>
        </p:grpSpPr>
        <p:sp>
          <p:nvSpPr>
            <p:cNvPr id="108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{{METRIC_8_LABEL}}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{{METRIC_8_VALUE}}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FFFFFF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FFFF"/>
                  </a:solidFill>
                  <a:highlight>
                    <a:srgbClr val="22262B"/>
                  </a:highlight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non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MONTHLY CAMPAIGN PERFORMANCE OVERVIEW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REACH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unique users who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LINK 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actual number of clicks on links within the ad, leading to your chosen destination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CPL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LEAD)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lead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displayed on users' screens.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LEADS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shown interest in your product 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RESULT)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outcome (e.g., conversion, lead, etc.)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AD FREQUENCY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number of times each person in your reach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CPC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CLICK)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LEARNING PHASE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period during which Facebook's algorithm is learning the best ways to  achieve your campaign objective.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CPM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MILLE)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cost you paid for a thousand impressions of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completed a desired action.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00000"/>
      </a:dk1>
      <a:lt1>
        <a:srgbClr val="FFFFFF"/>
      </a:lt1>
      <a:dk2>
        <a:srgbClr val="2D3847"/>
      </a:dk2>
      <a:lt2>
        <a:srgbClr val="E7E6E6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141F46"/>
      </a:accent5>
      <a:accent6>
        <a:srgbClr val="0D142F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