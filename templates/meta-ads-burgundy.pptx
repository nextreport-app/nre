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4E1F2A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3D1520"/>
      </a:accent5>
      <a:accent6>
        <a:srgbClr val="280E1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