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54032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A2E1F"/>
      </a:accent5>
      <a:accent6>
        <a:srgbClr val="0F1A1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