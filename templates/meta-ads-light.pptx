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rgbClr val="F6AD55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0D1B2E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0D1B2E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D1B2E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C17D0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D1B2E"/>
      </a:dk1>
      <a:lt1>
        <a:srgbClr val="0D1B2E"/>
      </a:lt1>
      <a:dk2>
        <a:srgbClr val="4A5568"/>
      </a:dk2>
      <a:lt2>
        <a:srgbClr val="FFFFFF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FFFFFF"/>
      </a:accent5>
      <a:accent6>
        <a:srgbClr val="FDF6EC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