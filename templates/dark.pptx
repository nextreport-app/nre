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WEEKLY PERFORMANCE REPORT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2831325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83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02920" y="613987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02920" y="6440192"/>
            <a:ext cx="6400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OVERVIEW-Combined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