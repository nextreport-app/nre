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FFFF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MONTHLY 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00000"/>
      </a:dk1>
      <a:lt1>
        <a:srgbClr val="FFFFFF"/>
      </a:lt1>
      <a:dk2>
        <a:srgbClr val="2D3847"/>
      </a:dk2>
      <a:lt2>
        <a:srgbClr val="E7E6E6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141F46"/>
      </a:accent5>
      <a:accent6>
        <a:srgbClr val="0D142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