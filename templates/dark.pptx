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79;p5"/>
          <p:cNvSpPr/>
          <p:nvPr/>
        </p:nvSpPr>
        <p:spPr>
          <a:xfrm>
            <a:off x="3593639" y="5145377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80;p5"/>
          <p:cNvGrpSpPr/>
          <p:nvPr/>
        </p:nvGrpSpPr>
        <p:grpSpPr>
          <a:xfrm>
            <a:off x="3714017" y="5302505"/>
            <a:ext cx="717528" cy="717528"/>
            <a:chOff x="3105456" y="1218956"/>
            <a:chExt cx="1118516" cy="1118516"/>
          </a:xfrm>
        </p:grpSpPr>
        <p:sp>
          <p:nvSpPr>
            <p:cNvPr id="105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107" name="Google Shape;83;p5"/>
          <p:cNvGrpSpPr/>
          <p:nvPr/>
        </p:nvGrpSpPr>
        <p:grpSpPr>
          <a:xfrm>
            <a:off x="4655379" y="5329696"/>
            <a:ext cx="1834048" cy="683137"/>
            <a:chOff x="1112490" y="1363887"/>
            <a:chExt cx="1485300" cy="553237"/>
          </a:xfrm>
        </p:grpSpPr>
        <p:sp>
          <p:nvSpPr>
            <p:cNvPr id="108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{{METRIC_8_LABEL}}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{{METRIC_8_VALUE}}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FFFF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00000"/>
      </a:dk1>
      <a:lt1>
        <a:srgbClr val="FFFFFF"/>
      </a:lt1>
      <a:dk2>
        <a:srgbClr val="2D3847"/>
      </a:dk2>
      <a:lt2>
        <a:srgbClr val="E7E6E6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141F46"/>
      </a:accent5>
      <a:accent6>
        <a:srgbClr val="0D142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