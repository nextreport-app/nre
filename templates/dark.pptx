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02920" y="626987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02920" y="6570192"/>
            <a:ext cx="6400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