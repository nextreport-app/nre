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015135" y="472750"/>
            <a:ext cx="5834743" cy="5834743"/>
          </a:xfrm>
          <a:prstGeom prst="ellipse">
            <a:avLst/>
          </a:prstGeom>
          <a:gradFill>
            <a:gsLst>
              <a:gs pos="0">
                <a:srgbClr val="1B2C67"/>
              </a:gs>
              <a:gs pos="5000">
                <a:srgbClr val="1B2C67"/>
              </a:gs>
              <a:gs pos="100000">
                <a:srgbClr val="016ED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Meta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{{REPORT_TITLE}}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892000" y="6119872"/>
            <a:ext cx="600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A0D2A0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892000" y="6420192"/>
            <a:ext cx="60000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0B9D2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FFFFFF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FFFF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CAMPAIGN OVERVIEW-Combined Total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REACH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unique users who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LINK 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actual number of clicks on links within the ad, leading to your chosen destination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CPL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LEAD)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lead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displayed on users' screens.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LEADS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shown interest in your product 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RESULT)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outcome (e.g., conversion, lead, etc.)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AD FREQUENCY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number of times each person in your reach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CPC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CLICK)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LEARNING PHASE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period during which Facebook's algorithm is learning the best ways to  achieve your campaign objective.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CPM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MILLE)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cost you paid for a thousand impressions of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completed a desired action.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00000"/>
      </a:dk1>
      <a:lt1>
        <a:srgbClr val="FFFFFF"/>
      </a:lt1>
      <a:dk2>
        <a:srgbClr val="2D3847"/>
      </a:dk2>
      <a:lt2>
        <a:srgbClr val="E7E6E6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141F46"/>
      </a:accent5>
      <a:accent6>
        <a:srgbClr val="0D142F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