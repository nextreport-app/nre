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WEEKLY PERFORMANCE REPORT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1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633973"/>
            <a:ext cx="283132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34011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02920" y="6236208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02920" y="6537960"/>
            <a:ext cx="64008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0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0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0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0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