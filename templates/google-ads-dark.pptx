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amount spent on your campaign during the reporting period.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people clicked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COST/CONV.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amount spent for each conversion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shown on Google Search or the Display Network.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valuable actions, such as purchases or sign-ups, completed after someone interacted with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RATE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ad interactions that led to a conversion.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SEARCH IMPR. SHARE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impressions your ads received out of the total impressions they were eligible for.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AVG. CPC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QUALITY SCORE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Google's 1-10 rating of the quality and relevance of your keywords and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ROAS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(RETURN ON AD SPEND)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amount of conversion value you receive for every dollar spent on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VALUE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value of the conversions generated by your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