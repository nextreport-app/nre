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Google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22262B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CAMPAIGN OVERVIEW-Combined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COST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amount spent on your campaign during the reporting period.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people clicked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COST/CONV.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amount spent for each conversion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shown on Google Search or the Display Network.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valuable actions, such as purchases or sign-ups, completed after someone interacted with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CONV. RATE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ad interactions that led to a conversion.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SEARCH IMPR. SHARE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impressions your ads received out of the total impressions they were eligible for.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AVG. CPC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QUALITY SCORE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Google's 1-10 rating of the quality and relevance of your keywords and ads.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ROAS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(RETURN ON AD SPEND)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amount of conversion value you receive for every dollar spent on ads.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CONV. VALUE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9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value of the conversions generated by your ads.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141F46"/>
      </a:accent5>
      <a:accent6>
        <a:srgbClr val="0D142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