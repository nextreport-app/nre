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1A3A4F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0F2B3D"/>
      </a:accent5>
      <a:accent6>
        <a:srgbClr val="09182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