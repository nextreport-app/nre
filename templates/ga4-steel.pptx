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Google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83544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E2936"/>
      </a:accent5>
      <a:accent6>
        <a:srgbClr val="141C2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