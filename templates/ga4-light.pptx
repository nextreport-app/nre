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0D1B2E"/>
                </a:solidFill>
                <a:latin typeface="Poppins"/>
                <a:ea typeface="Poppins"/>
                <a:cs typeface="Poppins"/>
                <a:sym typeface="Poppins"/>
              </a:rPr>
              <a:t>Google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0D1B2E"/>
                </a:solidFill>
                <a:latin typeface="Poppins"/>
                <a:ea typeface="Poppins"/>
                <a:cs typeface="Poppins"/>
                <a:sym typeface="Poppins"/>
              </a:rPr>
              <a:t>Analytics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F0D9B5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F0D9B5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0D9B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F0D9B5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0D1B2E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DF6EC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